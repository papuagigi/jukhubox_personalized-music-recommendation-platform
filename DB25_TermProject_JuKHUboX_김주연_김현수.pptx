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87" r:id="rId2"/>
    <p:sldId id="257" r:id="rId3"/>
    <p:sldId id="258" r:id="rId4"/>
    <p:sldId id="259" r:id="rId5"/>
    <p:sldId id="260" r:id="rId6"/>
    <p:sldId id="272" r:id="rId7"/>
    <p:sldId id="273" r:id="rId8"/>
    <p:sldId id="263" r:id="rId9"/>
    <p:sldId id="264" r:id="rId10"/>
    <p:sldId id="265" r:id="rId11"/>
    <p:sldId id="279" r:id="rId12"/>
    <p:sldId id="280" r:id="rId13"/>
    <p:sldId id="281" r:id="rId14"/>
    <p:sldId id="284" r:id="rId15"/>
    <p:sldId id="282" r:id="rId16"/>
    <p:sldId id="283" r:id="rId17"/>
    <p:sldId id="286" r:id="rId18"/>
  </p:sldIdLst>
  <p:sldSz cx="12192000" cy="6856413"/>
  <p:notesSz cx="12192000" cy="10420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5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48" autoAdjust="0"/>
    <p:restoredTop sz="94660"/>
  </p:normalViewPr>
  <p:slideViewPr>
    <p:cSldViewPr>
      <p:cViewPr varScale="1">
        <p:scale>
          <a:sx n="64" d="100"/>
          <a:sy n="64" d="100"/>
        </p:scale>
        <p:origin x="606" y="72"/>
      </p:cViewPr>
      <p:guideLst>
        <p:guide orient="horz" pos="2880"/>
        <p:guide pos="215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현수 김" userId="11f8298082173ddd" providerId="LiveId" clId="{C205109C-261D-4EE8-90DE-1355A6E5E7FE}"/>
    <pc:docChg chg="modSld">
      <pc:chgData name="현수 김" userId="11f8298082173ddd" providerId="LiveId" clId="{C205109C-261D-4EE8-90DE-1355A6E5E7FE}" dt="2025-06-09T16:26:29.306" v="5" actId="14100"/>
      <pc:docMkLst>
        <pc:docMk/>
      </pc:docMkLst>
      <pc:sldChg chg="modSp mod">
        <pc:chgData name="현수 김" userId="11f8298082173ddd" providerId="LiveId" clId="{C205109C-261D-4EE8-90DE-1355A6E5E7FE}" dt="2025-06-09T16:26:29.306" v="5" actId="14100"/>
        <pc:sldMkLst>
          <pc:docMk/>
          <pc:sldMk cId="0" sldId="258"/>
        </pc:sldMkLst>
        <pc:picChg chg="mod">
          <ac:chgData name="현수 김" userId="11f8298082173ddd" providerId="LiveId" clId="{C205109C-261D-4EE8-90DE-1355A6E5E7FE}" dt="2025-06-09T16:26:29.306" v="5" actId="14100"/>
          <ac:picMkLst>
            <pc:docMk/>
            <pc:sldMk cId="0" sldId="258"/>
            <ac:picMk id="2" creationId="{00000000-0000-0000-0000-000000000000}"/>
          </ac:picMkLst>
        </pc:picChg>
      </pc:sldChg>
      <pc:sldChg chg="modSp mod">
        <pc:chgData name="현수 김" userId="11f8298082173ddd" providerId="LiveId" clId="{C205109C-261D-4EE8-90DE-1355A6E5E7FE}" dt="2025-06-09T16:25:57.966" v="4" actId="1076"/>
        <pc:sldMkLst>
          <pc:docMk/>
          <pc:sldMk cId="0" sldId="287"/>
        </pc:sldMkLst>
        <pc:spChg chg="mod">
          <ac:chgData name="현수 김" userId="11f8298082173ddd" providerId="LiveId" clId="{C205109C-261D-4EE8-90DE-1355A6E5E7FE}" dt="2025-06-09T16:25:53.335" v="3" actId="14100"/>
          <ac:spMkLst>
            <pc:docMk/>
            <pc:sldMk cId="0" sldId="287"/>
            <ac:spMk id="7" creationId="{00000000-0000-0000-0000-000000000000}"/>
          </ac:spMkLst>
        </pc:spChg>
        <pc:picChg chg="mod">
          <ac:chgData name="현수 김" userId="11f8298082173ddd" providerId="LiveId" clId="{C205109C-261D-4EE8-90DE-1355A6E5E7FE}" dt="2025-06-09T16:25:57.966" v="4" actId="1076"/>
          <ac:picMkLst>
            <pc:docMk/>
            <pc:sldMk cId="0" sldId="287"/>
            <ac:picMk id="18" creationId="{C5ED4930-46C1-A784-27E7-166CE028D44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5222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5222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2A44034A-7A29-43FE-B2B0-5DC998192F1E}" type="datetime1">
              <a:rPr lang="en-US" smtClean="0"/>
              <a:t>6/10/2025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970213" y="1303338"/>
            <a:ext cx="6251575" cy="35163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219200" y="5014913"/>
            <a:ext cx="9753600" cy="41036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898063"/>
            <a:ext cx="5283200" cy="5222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6905625" y="9898063"/>
            <a:ext cx="5283200" cy="5222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0332D17F-C10C-4AB1-BCFB-0AD783C54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00791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2D17F-C10C-4AB1-BCFB-0AD783C548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6438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bg1"/>
                </a:solidFill>
                <a:latin typeface="Dotum"/>
                <a:cs typeface="Dot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DejaVu Sans"/>
                <a:cs typeface="DejaVu Sans"/>
              </a:defRPr>
            </a:lvl1pPr>
          </a:lstStyle>
          <a:p>
            <a:pPr marL="12700">
              <a:lnSpc>
                <a:spcPts val="1090"/>
              </a:lnSpc>
            </a:pPr>
            <a:r>
              <a:rPr spc="-80" dirty="0"/>
              <a:t>Genspark</a:t>
            </a:r>
            <a:r>
              <a:rPr spc="-80" dirty="0">
                <a:latin typeface="Dotum"/>
                <a:cs typeface="Dotum"/>
              </a:rPr>
              <a:t>로</a:t>
            </a:r>
            <a:r>
              <a:rPr spc="-35" dirty="0">
                <a:latin typeface="Dotum"/>
                <a:cs typeface="Dotum"/>
              </a:rPr>
              <a:t> </a:t>
            </a:r>
            <a:r>
              <a:rPr spc="-145" dirty="0">
                <a:latin typeface="Dotum"/>
                <a:cs typeface="Dotum"/>
              </a:rPr>
              <a:t>제작됨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0" i="0">
                <a:solidFill>
                  <a:schemeClr val="bg1"/>
                </a:solidFill>
                <a:latin typeface="Dotum"/>
                <a:cs typeface="Dot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DejaVu Sans"/>
                <a:cs typeface="DejaVu Sans"/>
              </a:defRPr>
            </a:lvl1pPr>
          </a:lstStyle>
          <a:p>
            <a:pPr marL="12700">
              <a:lnSpc>
                <a:spcPts val="1090"/>
              </a:lnSpc>
            </a:pPr>
            <a:r>
              <a:rPr spc="-80" dirty="0"/>
              <a:t>Genspark</a:t>
            </a:r>
            <a:r>
              <a:rPr spc="-80" dirty="0">
                <a:latin typeface="Dotum"/>
                <a:cs typeface="Dotum"/>
              </a:rPr>
              <a:t>로</a:t>
            </a:r>
            <a:r>
              <a:rPr spc="-35" dirty="0">
                <a:latin typeface="Dotum"/>
                <a:cs typeface="Dotum"/>
              </a:rPr>
              <a:t> </a:t>
            </a:r>
            <a:r>
              <a:rPr spc="-145" dirty="0">
                <a:latin typeface="Dotum"/>
                <a:cs typeface="Dotum"/>
              </a:rPr>
              <a:t>제작됨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722947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0" i="0">
                <a:solidFill>
                  <a:schemeClr val="bg1"/>
                </a:solidFill>
                <a:latin typeface="Dotum"/>
                <a:cs typeface="Dot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DejaVu Sans"/>
                <a:cs typeface="DejaVu Sans"/>
              </a:defRPr>
            </a:lvl1pPr>
          </a:lstStyle>
          <a:p>
            <a:pPr marL="12700">
              <a:lnSpc>
                <a:spcPts val="1090"/>
              </a:lnSpc>
            </a:pPr>
            <a:r>
              <a:rPr spc="-80" dirty="0"/>
              <a:t>Genspark</a:t>
            </a:r>
            <a:r>
              <a:rPr spc="-80" dirty="0">
                <a:latin typeface="Dotum"/>
                <a:cs typeface="Dotum"/>
              </a:rPr>
              <a:t>로</a:t>
            </a:r>
            <a:r>
              <a:rPr spc="-35" dirty="0">
                <a:latin typeface="Dotum"/>
                <a:cs typeface="Dotum"/>
              </a:rPr>
              <a:t> </a:t>
            </a:r>
            <a:r>
              <a:rPr spc="-145" dirty="0">
                <a:latin typeface="Dotum"/>
                <a:cs typeface="Dotum"/>
              </a:rPr>
              <a:t>제작됨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0" i="0">
                <a:solidFill>
                  <a:schemeClr val="bg1"/>
                </a:solidFill>
                <a:latin typeface="Dotum"/>
                <a:cs typeface="Dot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DejaVu Sans"/>
                <a:cs typeface="DejaVu Sans"/>
              </a:defRPr>
            </a:lvl1pPr>
          </a:lstStyle>
          <a:p>
            <a:pPr marL="12700">
              <a:lnSpc>
                <a:spcPts val="1090"/>
              </a:lnSpc>
            </a:pPr>
            <a:r>
              <a:rPr spc="-80" dirty="0"/>
              <a:t>Genspark</a:t>
            </a:r>
            <a:r>
              <a:rPr spc="-80" dirty="0">
                <a:latin typeface="Dotum"/>
                <a:cs typeface="Dotum"/>
              </a:rPr>
              <a:t>로</a:t>
            </a:r>
            <a:r>
              <a:rPr spc="-35" dirty="0">
                <a:latin typeface="Dotum"/>
                <a:cs typeface="Dotum"/>
              </a:rPr>
              <a:t> </a:t>
            </a:r>
            <a:r>
              <a:rPr spc="-145" dirty="0">
                <a:latin typeface="Dotum"/>
                <a:cs typeface="Dotum"/>
              </a:rPr>
              <a:t>제작됨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DejaVu Sans"/>
                <a:cs typeface="DejaVu Sans"/>
              </a:defRPr>
            </a:lvl1pPr>
          </a:lstStyle>
          <a:p>
            <a:pPr marL="12700">
              <a:lnSpc>
                <a:spcPts val="1090"/>
              </a:lnSpc>
            </a:pPr>
            <a:r>
              <a:rPr spc="-80" dirty="0"/>
              <a:t>Genspark</a:t>
            </a:r>
            <a:r>
              <a:rPr spc="-80" dirty="0">
                <a:latin typeface="Dotum"/>
                <a:cs typeface="Dotum"/>
              </a:rPr>
              <a:t>로</a:t>
            </a:r>
            <a:r>
              <a:rPr spc="-35" dirty="0">
                <a:latin typeface="Dotum"/>
                <a:cs typeface="Dotum"/>
              </a:rPr>
              <a:t> </a:t>
            </a:r>
            <a:r>
              <a:rPr spc="-145" dirty="0">
                <a:latin typeface="Dotum"/>
                <a:cs typeface="Dotum"/>
              </a:rPr>
              <a:t>제작됨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18000" y="109107"/>
            <a:ext cx="2755999" cy="856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bg1"/>
                </a:solidFill>
                <a:latin typeface="Dotum"/>
                <a:cs typeface="Dot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870802" y="6430390"/>
            <a:ext cx="1029334" cy="1498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DejaVu Sans"/>
                <a:cs typeface="DejaVu Sans"/>
              </a:defRPr>
            </a:lvl1pPr>
          </a:lstStyle>
          <a:p>
            <a:pPr marL="12700">
              <a:lnSpc>
                <a:spcPts val="1090"/>
              </a:lnSpc>
            </a:pPr>
            <a:r>
              <a:rPr spc="-80" dirty="0"/>
              <a:t>Genspark</a:t>
            </a:r>
            <a:r>
              <a:rPr spc="-80" dirty="0">
                <a:latin typeface="Dotum"/>
                <a:cs typeface="Dotum"/>
              </a:rPr>
              <a:t>로</a:t>
            </a:r>
            <a:r>
              <a:rPr spc="-35" dirty="0">
                <a:latin typeface="Dotum"/>
                <a:cs typeface="Dotum"/>
              </a:rPr>
              <a:t> </a:t>
            </a:r>
            <a:r>
              <a:rPr spc="-145" dirty="0">
                <a:latin typeface="Dotum"/>
                <a:cs typeface="Dotum"/>
              </a:rPr>
              <a:t>제작됨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18" Type="http://schemas.openxmlformats.org/officeDocument/2006/relationships/image" Target="../media/image70.png"/><Relationship Id="rId3" Type="http://schemas.openxmlformats.org/officeDocument/2006/relationships/image" Target="../media/image56.png"/><Relationship Id="rId21" Type="http://schemas.openxmlformats.org/officeDocument/2006/relationships/image" Target="../media/image73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17" Type="http://schemas.openxmlformats.org/officeDocument/2006/relationships/image" Target="../media/image69.png"/><Relationship Id="rId2" Type="http://schemas.openxmlformats.org/officeDocument/2006/relationships/image" Target="../media/image2.png"/><Relationship Id="rId16" Type="http://schemas.openxmlformats.org/officeDocument/2006/relationships/image" Target="../media/image68.png"/><Relationship Id="rId20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5" Type="http://schemas.openxmlformats.org/officeDocument/2006/relationships/image" Target="../media/image67.png"/><Relationship Id="rId10" Type="http://schemas.openxmlformats.org/officeDocument/2006/relationships/image" Target="../media/image62.png"/><Relationship Id="rId19" Type="http://schemas.openxmlformats.org/officeDocument/2006/relationships/image" Target="../media/image71.png"/><Relationship Id="rId4" Type="http://schemas.openxmlformats.org/officeDocument/2006/relationships/image" Target="../media/image43.png"/><Relationship Id="rId9" Type="http://schemas.openxmlformats.org/officeDocument/2006/relationships/image" Target="../media/image61.png"/><Relationship Id="rId14" Type="http://schemas.openxmlformats.org/officeDocument/2006/relationships/image" Target="../media/image66.png"/><Relationship Id="rId22" Type="http://schemas.openxmlformats.org/officeDocument/2006/relationships/image" Target="../media/image7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3.png"/><Relationship Id="rId18" Type="http://schemas.openxmlformats.org/officeDocument/2006/relationships/image" Target="../media/image88.png"/><Relationship Id="rId3" Type="http://schemas.openxmlformats.org/officeDocument/2006/relationships/image" Target="../media/image75.png"/><Relationship Id="rId21" Type="http://schemas.openxmlformats.org/officeDocument/2006/relationships/image" Target="../media/image91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17" Type="http://schemas.openxmlformats.org/officeDocument/2006/relationships/image" Target="../media/image87.png"/><Relationship Id="rId2" Type="http://schemas.openxmlformats.org/officeDocument/2006/relationships/image" Target="../media/image2.png"/><Relationship Id="rId16" Type="http://schemas.openxmlformats.org/officeDocument/2006/relationships/image" Target="../media/image86.png"/><Relationship Id="rId20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44.png"/><Relationship Id="rId15" Type="http://schemas.openxmlformats.org/officeDocument/2006/relationships/image" Target="../media/image85.png"/><Relationship Id="rId23" Type="http://schemas.openxmlformats.org/officeDocument/2006/relationships/image" Target="../media/image93.png"/><Relationship Id="rId10" Type="http://schemas.openxmlformats.org/officeDocument/2006/relationships/image" Target="../media/image80.png"/><Relationship Id="rId19" Type="http://schemas.openxmlformats.org/officeDocument/2006/relationships/image" Target="../media/image89.png"/><Relationship Id="rId4" Type="http://schemas.openxmlformats.org/officeDocument/2006/relationships/image" Target="../media/image43.png"/><Relationship Id="rId9" Type="http://schemas.openxmlformats.org/officeDocument/2006/relationships/image" Target="../media/image79.png"/><Relationship Id="rId14" Type="http://schemas.openxmlformats.org/officeDocument/2006/relationships/image" Target="../media/image84.png"/><Relationship Id="rId22" Type="http://schemas.openxmlformats.org/officeDocument/2006/relationships/image" Target="../media/image9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95306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1999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76474" y="247649"/>
              <a:ext cx="7639050" cy="63626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730202" y="1799335"/>
            <a:ext cx="6731634" cy="8115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150" spc="-1030" dirty="0"/>
              <a:t>데이터베이스</a:t>
            </a:r>
            <a:r>
              <a:rPr sz="5150" spc="-655" dirty="0"/>
              <a:t> </a:t>
            </a:r>
            <a:r>
              <a:rPr sz="4900" b="1" spc="-145" dirty="0">
                <a:latin typeface="Arial"/>
                <a:cs typeface="Arial"/>
              </a:rPr>
              <a:t>TermProject</a:t>
            </a:r>
            <a:endParaRPr sz="49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38600" y="3677284"/>
            <a:ext cx="3975437" cy="2737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-325" dirty="0">
                <a:solidFill>
                  <a:srgbClr val="D0D5DA"/>
                </a:solidFill>
                <a:latin typeface="Dotum"/>
                <a:cs typeface="Dotum"/>
              </a:rPr>
              <a:t>상황에</a:t>
            </a:r>
            <a:r>
              <a:rPr sz="1700" spc="-140" dirty="0">
                <a:solidFill>
                  <a:srgbClr val="D0D5DA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D0D5DA"/>
                </a:solidFill>
                <a:latin typeface="Dotum"/>
                <a:cs typeface="Dotum"/>
              </a:rPr>
              <a:t>맞는</a:t>
            </a:r>
            <a:r>
              <a:rPr sz="1700" spc="-135" dirty="0">
                <a:solidFill>
                  <a:srgbClr val="D0D5DA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D0D5DA"/>
                </a:solidFill>
                <a:latin typeface="Dotum"/>
                <a:cs typeface="Dotum"/>
              </a:rPr>
              <a:t>음악을</a:t>
            </a:r>
            <a:r>
              <a:rPr sz="1700" spc="-140" dirty="0">
                <a:solidFill>
                  <a:srgbClr val="D0D5DA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D0D5DA"/>
                </a:solidFill>
                <a:latin typeface="Dotum"/>
                <a:cs typeface="Dotum"/>
              </a:rPr>
              <a:t>찾아주는</a:t>
            </a:r>
            <a:r>
              <a:rPr sz="1700" spc="-135" dirty="0">
                <a:solidFill>
                  <a:srgbClr val="D0D5DA"/>
                </a:solidFill>
                <a:latin typeface="Dotum"/>
                <a:cs typeface="Dotum"/>
              </a:rPr>
              <a:t> </a:t>
            </a:r>
            <a:r>
              <a:rPr sz="1650" spc="-215" dirty="0">
                <a:solidFill>
                  <a:srgbClr val="D0D5DA"/>
                </a:solidFill>
                <a:latin typeface="DejaVu Sans"/>
                <a:cs typeface="DejaVu Sans"/>
              </a:rPr>
              <a:t>SNS</a:t>
            </a:r>
            <a:r>
              <a:rPr sz="1700" spc="-215" dirty="0">
                <a:solidFill>
                  <a:srgbClr val="D0D5DA"/>
                </a:solidFill>
                <a:latin typeface="Dotum"/>
                <a:cs typeface="Dotum"/>
              </a:rPr>
              <a:t>형태의</a:t>
            </a:r>
            <a:r>
              <a:rPr sz="1700" spc="-135" dirty="0">
                <a:solidFill>
                  <a:srgbClr val="D0D5DA"/>
                </a:solidFill>
                <a:latin typeface="Dotum"/>
                <a:cs typeface="Dotum"/>
              </a:rPr>
              <a:t> </a:t>
            </a:r>
            <a:r>
              <a:rPr sz="1700" spc="-350" dirty="0">
                <a:solidFill>
                  <a:srgbClr val="D0D5DA"/>
                </a:solidFill>
                <a:latin typeface="Dotum"/>
                <a:cs typeface="Dotum"/>
              </a:rPr>
              <a:t>플랫폼</a:t>
            </a:r>
            <a:endParaRPr sz="1700" dirty="0">
              <a:latin typeface="Dotum"/>
              <a:cs typeface="Dotum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90268" y="4940001"/>
            <a:ext cx="948690" cy="960755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75"/>
              </a:spcBef>
            </a:pPr>
            <a:r>
              <a:rPr sz="1700" spc="-350" dirty="0">
                <a:solidFill>
                  <a:srgbClr val="FFFFFF"/>
                </a:solidFill>
                <a:latin typeface="Dotum"/>
                <a:cs typeface="Dotum"/>
              </a:rPr>
              <a:t>김주연</a:t>
            </a:r>
            <a:endParaRPr sz="1700" dirty="0">
              <a:latin typeface="Dotum"/>
              <a:cs typeface="Dotum"/>
            </a:endParaRPr>
          </a:p>
          <a:p>
            <a:pPr algn="ctr">
              <a:lnSpc>
                <a:spcPct val="100000"/>
              </a:lnSpc>
              <a:spcBef>
                <a:spcPts val="835"/>
              </a:spcBef>
            </a:pPr>
            <a:r>
              <a:rPr sz="1300" spc="-10" dirty="0">
                <a:solidFill>
                  <a:schemeClr val="bg1"/>
                </a:solidFill>
                <a:latin typeface="Microsoft Sans Serif"/>
                <a:cs typeface="Microsoft Sans Serif"/>
              </a:rPr>
              <a:t>2022103962</a:t>
            </a:r>
            <a:endParaRPr sz="1300" dirty="0">
              <a:solidFill>
                <a:schemeClr val="bg1"/>
              </a:solidFill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465"/>
              </a:spcBef>
            </a:pPr>
            <a:r>
              <a:rPr sz="1150" spc="-25" dirty="0">
                <a:solidFill>
                  <a:srgbClr val="9CA2AF"/>
                </a:solidFill>
                <a:latin typeface="Dotum"/>
                <a:cs typeface="Dotum"/>
              </a:rPr>
              <a:t>팀장</a:t>
            </a:r>
            <a:endParaRPr sz="1150" dirty="0">
              <a:latin typeface="Dotum"/>
              <a:cs typeface="Dotum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46899" y="4940001"/>
            <a:ext cx="955040" cy="960755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75"/>
              </a:spcBef>
            </a:pPr>
            <a:r>
              <a:rPr sz="1700" spc="-350" dirty="0">
                <a:solidFill>
                  <a:srgbClr val="FFFFFF"/>
                </a:solidFill>
                <a:latin typeface="Dotum"/>
                <a:cs typeface="Dotum"/>
              </a:rPr>
              <a:t>김현수</a:t>
            </a:r>
            <a:endParaRPr sz="1700" dirty="0">
              <a:latin typeface="Dotum"/>
              <a:cs typeface="Dotum"/>
            </a:endParaRPr>
          </a:p>
          <a:p>
            <a:pPr algn="ctr">
              <a:lnSpc>
                <a:spcPct val="100000"/>
              </a:lnSpc>
              <a:spcBef>
                <a:spcPts val="835"/>
              </a:spcBef>
            </a:pPr>
            <a:r>
              <a:rPr sz="1300" spc="-10" dirty="0">
                <a:solidFill>
                  <a:schemeClr val="bg1"/>
                </a:solidFill>
                <a:latin typeface="Microsoft Sans Serif"/>
                <a:cs typeface="Microsoft Sans Serif"/>
              </a:rPr>
              <a:t>2022103964</a:t>
            </a:r>
            <a:endParaRPr sz="1300" dirty="0">
              <a:solidFill>
                <a:schemeClr val="bg1"/>
              </a:solidFill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465"/>
              </a:spcBef>
            </a:pPr>
            <a:r>
              <a:rPr sz="1150" spc="-25" dirty="0">
                <a:solidFill>
                  <a:srgbClr val="9CA2AF"/>
                </a:solidFill>
                <a:latin typeface="Dotum"/>
                <a:cs typeface="Dotum"/>
              </a:rPr>
              <a:t>팀원</a:t>
            </a:r>
            <a:endParaRPr sz="1150" dirty="0">
              <a:latin typeface="Dotum"/>
              <a:cs typeface="Dotum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95299" y="6248399"/>
            <a:ext cx="11391900" cy="304799"/>
            <a:chOff x="495299" y="6248399"/>
            <a:chExt cx="11391900" cy="304799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5299" y="6438899"/>
              <a:ext cx="114300" cy="11429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5799" y="6438899"/>
              <a:ext cx="114300" cy="11429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1639549" y="6248399"/>
              <a:ext cx="247650" cy="283210"/>
            </a:xfrm>
            <a:custGeom>
              <a:avLst/>
              <a:gdLst/>
              <a:ahLst/>
              <a:cxnLst/>
              <a:rect l="l" t="t" r="r" b="b"/>
              <a:pathLst>
                <a:path w="247650" h="283209">
                  <a:moveTo>
                    <a:pt x="123824" y="114980"/>
                  </a:moveTo>
                  <a:lnTo>
                    <a:pt x="75629" y="111506"/>
                  </a:lnTo>
                  <a:lnTo>
                    <a:pt x="36269" y="102031"/>
                  </a:lnTo>
                  <a:lnTo>
                    <a:pt x="9731" y="87974"/>
                  </a:lnTo>
                  <a:lnTo>
                    <a:pt x="0" y="70757"/>
                  </a:lnTo>
                  <a:lnTo>
                    <a:pt x="0" y="44223"/>
                  </a:lnTo>
                  <a:lnTo>
                    <a:pt x="9731" y="27005"/>
                  </a:lnTo>
                  <a:lnTo>
                    <a:pt x="36269" y="12949"/>
                  </a:lnTo>
                  <a:lnTo>
                    <a:pt x="75629" y="3473"/>
                  </a:lnTo>
                  <a:lnTo>
                    <a:pt x="123824" y="0"/>
                  </a:lnTo>
                  <a:lnTo>
                    <a:pt x="172020" y="3473"/>
                  </a:lnTo>
                  <a:lnTo>
                    <a:pt x="211380" y="12949"/>
                  </a:lnTo>
                  <a:lnTo>
                    <a:pt x="237918" y="27005"/>
                  </a:lnTo>
                  <a:lnTo>
                    <a:pt x="247649" y="44223"/>
                  </a:lnTo>
                  <a:lnTo>
                    <a:pt x="247649" y="70757"/>
                  </a:lnTo>
                  <a:lnTo>
                    <a:pt x="237918" y="87974"/>
                  </a:lnTo>
                  <a:lnTo>
                    <a:pt x="211380" y="102031"/>
                  </a:lnTo>
                  <a:lnTo>
                    <a:pt x="172020" y="111506"/>
                  </a:lnTo>
                  <a:lnTo>
                    <a:pt x="123824" y="114980"/>
                  </a:lnTo>
                  <a:close/>
                </a:path>
                <a:path w="247650" h="283209">
                  <a:moveTo>
                    <a:pt x="123824" y="203426"/>
                  </a:moveTo>
                  <a:lnTo>
                    <a:pt x="75629" y="199952"/>
                  </a:lnTo>
                  <a:lnTo>
                    <a:pt x="36269" y="190477"/>
                  </a:lnTo>
                  <a:lnTo>
                    <a:pt x="9731" y="176421"/>
                  </a:lnTo>
                  <a:lnTo>
                    <a:pt x="0" y="159203"/>
                  </a:lnTo>
                  <a:lnTo>
                    <a:pt x="0" y="102874"/>
                  </a:lnTo>
                  <a:lnTo>
                    <a:pt x="6558" y="107497"/>
                  </a:lnTo>
                  <a:lnTo>
                    <a:pt x="13886" y="111670"/>
                  </a:lnTo>
                  <a:lnTo>
                    <a:pt x="50364" y="124600"/>
                  </a:lnTo>
                  <a:lnTo>
                    <a:pt x="97659" y="131728"/>
                  </a:lnTo>
                  <a:lnTo>
                    <a:pt x="123824" y="132669"/>
                  </a:lnTo>
                  <a:lnTo>
                    <a:pt x="247649" y="132669"/>
                  </a:lnTo>
                  <a:lnTo>
                    <a:pt x="247649" y="159203"/>
                  </a:lnTo>
                  <a:lnTo>
                    <a:pt x="237918" y="176421"/>
                  </a:lnTo>
                  <a:lnTo>
                    <a:pt x="211380" y="190477"/>
                  </a:lnTo>
                  <a:lnTo>
                    <a:pt x="172020" y="199952"/>
                  </a:lnTo>
                  <a:lnTo>
                    <a:pt x="123824" y="203426"/>
                  </a:lnTo>
                  <a:close/>
                </a:path>
                <a:path w="247650" h="283209">
                  <a:moveTo>
                    <a:pt x="247649" y="132669"/>
                  </a:moveTo>
                  <a:lnTo>
                    <a:pt x="123824" y="132669"/>
                  </a:lnTo>
                  <a:lnTo>
                    <a:pt x="149990" y="131728"/>
                  </a:lnTo>
                  <a:lnTo>
                    <a:pt x="174654" y="128993"/>
                  </a:lnTo>
                  <a:lnTo>
                    <a:pt x="217357" y="118684"/>
                  </a:lnTo>
                  <a:lnTo>
                    <a:pt x="247649" y="102874"/>
                  </a:lnTo>
                  <a:lnTo>
                    <a:pt x="247649" y="132669"/>
                  </a:lnTo>
                  <a:close/>
                </a:path>
                <a:path w="247650" h="283209">
                  <a:moveTo>
                    <a:pt x="123824" y="283028"/>
                  </a:moveTo>
                  <a:lnTo>
                    <a:pt x="75629" y="279554"/>
                  </a:lnTo>
                  <a:lnTo>
                    <a:pt x="36269" y="270079"/>
                  </a:lnTo>
                  <a:lnTo>
                    <a:pt x="9731" y="256023"/>
                  </a:lnTo>
                  <a:lnTo>
                    <a:pt x="0" y="238805"/>
                  </a:lnTo>
                  <a:lnTo>
                    <a:pt x="0" y="191320"/>
                  </a:lnTo>
                  <a:lnTo>
                    <a:pt x="6558" y="195944"/>
                  </a:lnTo>
                  <a:lnTo>
                    <a:pt x="13886" y="200116"/>
                  </a:lnTo>
                  <a:lnTo>
                    <a:pt x="50364" y="213047"/>
                  </a:lnTo>
                  <a:lnTo>
                    <a:pt x="97659" y="220174"/>
                  </a:lnTo>
                  <a:lnTo>
                    <a:pt x="123824" y="221116"/>
                  </a:lnTo>
                  <a:lnTo>
                    <a:pt x="247649" y="221116"/>
                  </a:lnTo>
                  <a:lnTo>
                    <a:pt x="247649" y="238805"/>
                  </a:lnTo>
                  <a:lnTo>
                    <a:pt x="237918" y="256023"/>
                  </a:lnTo>
                  <a:lnTo>
                    <a:pt x="211380" y="270079"/>
                  </a:lnTo>
                  <a:lnTo>
                    <a:pt x="172020" y="279554"/>
                  </a:lnTo>
                  <a:lnTo>
                    <a:pt x="123824" y="283028"/>
                  </a:lnTo>
                  <a:close/>
                </a:path>
                <a:path w="247650" h="283209">
                  <a:moveTo>
                    <a:pt x="247649" y="221116"/>
                  </a:moveTo>
                  <a:lnTo>
                    <a:pt x="123824" y="221116"/>
                  </a:lnTo>
                  <a:lnTo>
                    <a:pt x="149990" y="220174"/>
                  </a:lnTo>
                  <a:lnTo>
                    <a:pt x="174654" y="217440"/>
                  </a:lnTo>
                  <a:lnTo>
                    <a:pt x="217357" y="207130"/>
                  </a:lnTo>
                  <a:lnTo>
                    <a:pt x="247649" y="191320"/>
                  </a:lnTo>
                  <a:lnTo>
                    <a:pt x="247649" y="221116"/>
                  </a:lnTo>
                  <a:close/>
                </a:path>
              </a:pathLst>
            </a:custGeom>
            <a:solidFill>
              <a:srgbClr val="6A7280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C5ED4930-46C1-A784-27E7-166CE028D4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3054" y="2826508"/>
            <a:ext cx="3345892" cy="5051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12191999" cy="690851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036325" y="304006"/>
            <a:ext cx="8534400" cy="1178721"/>
            <a:chOff x="1828798" y="1558575"/>
            <a:chExt cx="8534401" cy="1089374"/>
          </a:xfrm>
        </p:grpSpPr>
        <p:sp>
          <p:nvSpPr>
            <p:cNvPr id="5" name="object 5"/>
            <p:cNvSpPr/>
            <p:nvPr/>
          </p:nvSpPr>
          <p:spPr>
            <a:xfrm>
              <a:off x="1828798" y="1558575"/>
              <a:ext cx="8534400" cy="1085850"/>
            </a:xfrm>
            <a:custGeom>
              <a:avLst/>
              <a:gdLst/>
              <a:ahLst/>
              <a:cxnLst/>
              <a:rect l="l" t="t" r="r" b="b"/>
              <a:pathLst>
                <a:path w="8534400" h="1085850">
                  <a:moveTo>
                    <a:pt x="8381999" y="1085849"/>
                  </a:moveTo>
                  <a:lnTo>
                    <a:pt x="152399" y="1085849"/>
                  </a:lnTo>
                  <a:lnTo>
                    <a:pt x="137387" y="1085124"/>
                  </a:lnTo>
                  <a:lnTo>
                    <a:pt x="94079" y="1074249"/>
                  </a:lnTo>
                  <a:lnTo>
                    <a:pt x="55765" y="1051316"/>
                  </a:lnTo>
                  <a:lnTo>
                    <a:pt x="25660" y="1018134"/>
                  </a:lnTo>
                  <a:lnTo>
                    <a:pt x="6525" y="977623"/>
                  </a:lnTo>
                  <a:lnTo>
                    <a:pt x="0" y="933449"/>
                  </a:lnTo>
                  <a:lnTo>
                    <a:pt x="0" y="152399"/>
                  </a:lnTo>
                  <a:lnTo>
                    <a:pt x="6525" y="108226"/>
                  </a:lnTo>
                  <a:lnTo>
                    <a:pt x="25660" y="67715"/>
                  </a:lnTo>
                  <a:lnTo>
                    <a:pt x="55765" y="34533"/>
                  </a:lnTo>
                  <a:lnTo>
                    <a:pt x="94079" y="11600"/>
                  </a:lnTo>
                  <a:lnTo>
                    <a:pt x="137387" y="725"/>
                  </a:lnTo>
                  <a:lnTo>
                    <a:pt x="152399" y="0"/>
                  </a:lnTo>
                  <a:lnTo>
                    <a:pt x="8381999" y="0"/>
                  </a:lnTo>
                  <a:lnTo>
                    <a:pt x="8426171" y="6525"/>
                  </a:lnTo>
                  <a:lnTo>
                    <a:pt x="8466683" y="25660"/>
                  </a:lnTo>
                  <a:lnTo>
                    <a:pt x="8499864" y="55765"/>
                  </a:lnTo>
                  <a:lnTo>
                    <a:pt x="8522797" y="94079"/>
                  </a:lnTo>
                  <a:lnTo>
                    <a:pt x="8533673" y="137387"/>
                  </a:lnTo>
                  <a:lnTo>
                    <a:pt x="8534399" y="152399"/>
                  </a:lnTo>
                  <a:lnTo>
                    <a:pt x="8534399" y="933449"/>
                  </a:lnTo>
                  <a:lnTo>
                    <a:pt x="8527872" y="977623"/>
                  </a:lnTo>
                  <a:lnTo>
                    <a:pt x="8508738" y="1018134"/>
                  </a:lnTo>
                  <a:lnTo>
                    <a:pt x="8478633" y="1051316"/>
                  </a:lnTo>
                  <a:lnTo>
                    <a:pt x="8440319" y="1074249"/>
                  </a:lnTo>
                  <a:lnTo>
                    <a:pt x="8397011" y="1085124"/>
                  </a:lnTo>
                  <a:lnTo>
                    <a:pt x="8381999" y="1085849"/>
                  </a:lnTo>
                  <a:close/>
                </a:path>
              </a:pathLst>
            </a:custGeom>
            <a:solidFill>
              <a:srgbClr val="1F2937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1828799" y="1562099"/>
              <a:ext cx="8534400" cy="1085850"/>
            </a:xfrm>
            <a:custGeom>
              <a:avLst/>
              <a:gdLst/>
              <a:ahLst/>
              <a:cxnLst/>
              <a:rect l="l" t="t" r="r" b="b"/>
              <a:pathLst>
                <a:path w="8534400" h="1085850">
                  <a:moveTo>
                    <a:pt x="8381999" y="1085849"/>
                  </a:moveTo>
                  <a:lnTo>
                    <a:pt x="152399" y="1085849"/>
                  </a:lnTo>
                  <a:lnTo>
                    <a:pt x="137387" y="1085124"/>
                  </a:lnTo>
                  <a:lnTo>
                    <a:pt x="94079" y="1074249"/>
                  </a:lnTo>
                  <a:lnTo>
                    <a:pt x="55765" y="1051316"/>
                  </a:lnTo>
                  <a:lnTo>
                    <a:pt x="25660" y="1018134"/>
                  </a:lnTo>
                  <a:lnTo>
                    <a:pt x="6525" y="977623"/>
                  </a:lnTo>
                  <a:lnTo>
                    <a:pt x="0" y="933449"/>
                  </a:lnTo>
                  <a:lnTo>
                    <a:pt x="0" y="152399"/>
                  </a:lnTo>
                  <a:lnTo>
                    <a:pt x="676" y="138395"/>
                  </a:lnTo>
                  <a:lnTo>
                    <a:pt x="725" y="137387"/>
                  </a:lnTo>
                  <a:lnTo>
                    <a:pt x="11600" y="94079"/>
                  </a:lnTo>
                  <a:lnTo>
                    <a:pt x="34533" y="55765"/>
                  </a:lnTo>
                  <a:lnTo>
                    <a:pt x="67715" y="25660"/>
                  </a:lnTo>
                  <a:lnTo>
                    <a:pt x="108226" y="6525"/>
                  </a:lnTo>
                  <a:lnTo>
                    <a:pt x="152399" y="0"/>
                  </a:lnTo>
                  <a:lnTo>
                    <a:pt x="8381999" y="0"/>
                  </a:lnTo>
                  <a:lnTo>
                    <a:pt x="8397012" y="725"/>
                  </a:lnTo>
                  <a:lnTo>
                    <a:pt x="8411736" y="2900"/>
                  </a:lnTo>
                  <a:lnTo>
                    <a:pt x="8426172" y="6525"/>
                  </a:lnTo>
                  <a:lnTo>
                    <a:pt x="8434533" y="9524"/>
                  </a:lnTo>
                  <a:lnTo>
                    <a:pt x="152399" y="9524"/>
                  </a:lnTo>
                  <a:lnTo>
                    <a:pt x="145380" y="9696"/>
                  </a:lnTo>
                  <a:lnTo>
                    <a:pt x="104274" y="17873"/>
                  </a:lnTo>
                  <a:lnTo>
                    <a:pt x="67282" y="37646"/>
                  </a:lnTo>
                  <a:lnTo>
                    <a:pt x="37646" y="67282"/>
                  </a:lnTo>
                  <a:lnTo>
                    <a:pt x="17873" y="104274"/>
                  </a:lnTo>
                  <a:lnTo>
                    <a:pt x="9696" y="145380"/>
                  </a:lnTo>
                  <a:lnTo>
                    <a:pt x="9524" y="152399"/>
                  </a:lnTo>
                  <a:lnTo>
                    <a:pt x="9524" y="933449"/>
                  </a:lnTo>
                  <a:lnTo>
                    <a:pt x="15675" y="974924"/>
                  </a:lnTo>
                  <a:lnTo>
                    <a:pt x="33603" y="1012826"/>
                  </a:lnTo>
                  <a:lnTo>
                    <a:pt x="61759" y="1043894"/>
                  </a:lnTo>
                  <a:lnTo>
                    <a:pt x="97724" y="1065449"/>
                  </a:lnTo>
                  <a:lnTo>
                    <a:pt x="138395" y="1075638"/>
                  </a:lnTo>
                  <a:lnTo>
                    <a:pt x="152399" y="1076324"/>
                  </a:lnTo>
                  <a:lnTo>
                    <a:pt x="8434533" y="1076324"/>
                  </a:lnTo>
                  <a:lnTo>
                    <a:pt x="8426172" y="1079324"/>
                  </a:lnTo>
                  <a:lnTo>
                    <a:pt x="8411736" y="1082949"/>
                  </a:lnTo>
                  <a:lnTo>
                    <a:pt x="8397012" y="1085124"/>
                  </a:lnTo>
                  <a:lnTo>
                    <a:pt x="8381999" y="1085849"/>
                  </a:lnTo>
                  <a:close/>
                </a:path>
                <a:path w="8534400" h="1085850">
                  <a:moveTo>
                    <a:pt x="8434533" y="1076324"/>
                  </a:moveTo>
                  <a:lnTo>
                    <a:pt x="8381999" y="1076324"/>
                  </a:lnTo>
                  <a:lnTo>
                    <a:pt x="8389017" y="1076153"/>
                  </a:lnTo>
                  <a:lnTo>
                    <a:pt x="8396002" y="1075638"/>
                  </a:lnTo>
                  <a:lnTo>
                    <a:pt x="8436674" y="1065449"/>
                  </a:lnTo>
                  <a:lnTo>
                    <a:pt x="8472638" y="1043894"/>
                  </a:lnTo>
                  <a:lnTo>
                    <a:pt x="8500794" y="1012826"/>
                  </a:lnTo>
                  <a:lnTo>
                    <a:pt x="8518722" y="974924"/>
                  </a:lnTo>
                  <a:lnTo>
                    <a:pt x="8524874" y="933449"/>
                  </a:lnTo>
                  <a:lnTo>
                    <a:pt x="8524874" y="152399"/>
                  </a:lnTo>
                  <a:lnTo>
                    <a:pt x="8518722" y="110925"/>
                  </a:lnTo>
                  <a:lnTo>
                    <a:pt x="8500794" y="73022"/>
                  </a:lnTo>
                  <a:lnTo>
                    <a:pt x="8472638" y="41954"/>
                  </a:lnTo>
                  <a:lnTo>
                    <a:pt x="8436674" y="20400"/>
                  </a:lnTo>
                  <a:lnTo>
                    <a:pt x="8396002" y="10211"/>
                  </a:lnTo>
                  <a:lnTo>
                    <a:pt x="8381999" y="9524"/>
                  </a:lnTo>
                  <a:lnTo>
                    <a:pt x="8434533" y="9524"/>
                  </a:lnTo>
                  <a:lnTo>
                    <a:pt x="8478633" y="34533"/>
                  </a:lnTo>
                  <a:lnTo>
                    <a:pt x="8508738" y="67715"/>
                  </a:lnTo>
                  <a:lnTo>
                    <a:pt x="8527873" y="108226"/>
                  </a:lnTo>
                  <a:lnTo>
                    <a:pt x="8534399" y="152399"/>
                  </a:lnTo>
                  <a:lnTo>
                    <a:pt x="8534399" y="933449"/>
                  </a:lnTo>
                  <a:lnTo>
                    <a:pt x="8533722" y="947454"/>
                  </a:lnTo>
                  <a:lnTo>
                    <a:pt x="8522797" y="991770"/>
                  </a:lnTo>
                  <a:lnTo>
                    <a:pt x="8499865" y="1030084"/>
                  </a:lnTo>
                  <a:lnTo>
                    <a:pt x="8466683" y="1060189"/>
                  </a:lnTo>
                  <a:lnTo>
                    <a:pt x="8440319" y="1074249"/>
                  </a:lnTo>
                  <a:lnTo>
                    <a:pt x="8434533" y="1076324"/>
                  </a:lnTo>
                  <a:close/>
                </a:path>
              </a:pathLst>
            </a:custGeom>
            <a:solidFill>
              <a:srgbClr val="4A5462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52724" y="1800224"/>
              <a:ext cx="609599" cy="6095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43956" y="1990724"/>
              <a:ext cx="227135" cy="22733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785752" y="376254"/>
            <a:ext cx="2216785" cy="773430"/>
          </a:xfrm>
          <a:prstGeom prst="rect">
            <a:avLst/>
          </a:prstGeom>
        </p:spPr>
        <p:txBody>
          <a:bodyPr vert="horz" wrap="square" lIns="0" tIns="174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sz="2050" spc="-409" dirty="0">
                <a:solidFill>
                  <a:srgbClr val="FFFFFF"/>
                </a:solidFill>
                <a:latin typeface="Dotum"/>
                <a:cs typeface="Dotum"/>
              </a:rPr>
              <a:t>개발</a:t>
            </a:r>
            <a:r>
              <a:rPr sz="2050" spc="-235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sz="2050" spc="-409" dirty="0">
                <a:solidFill>
                  <a:srgbClr val="FFFFFF"/>
                </a:solidFill>
                <a:latin typeface="Dotum"/>
                <a:cs typeface="Dotum"/>
              </a:rPr>
              <a:t>시스템의</a:t>
            </a:r>
            <a:r>
              <a:rPr sz="2050" spc="-235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sz="2050" spc="-434" dirty="0">
                <a:solidFill>
                  <a:srgbClr val="FFFFFF"/>
                </a:solidFill>
                <a:latin typeface="Dotum"/>
                <a:cs typeface="Dotum"/>
              </a:rPr>
              <a:t>목적</a:t>
            </a:r>
            <a:endParaRPr sz="2050" dirty="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150" spc="-35" dirty="0">
                <a:solidFill>
                  <a:srgbClr val="9CA2AF"/>
                </a:solidFill>
                <a:latin typeface="Microsoft Sans Serif"/>
                <a:cs typeface="Microsoft Sans Serif"/>
              </a:rPr>
              <a:t>JuKHUboX</a:t>
            </a:r>
            <a:r>
              <a:rPr sz="1150" spc="-5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50" spc="-190" dirty="0">
                <a:solidFill>
                  <a:srgbClr val="9CA2AF"/>
                </a:solidFill>
                <a:latin typeface="Dotum"/>
                <a:cs typeface="Dotum"/>
              </a:rPr>
              <a:t>플랫폼의</a:t>
            </a:r>
            <a:r>
              <a:rPr sz="1150" spc="-80" dirty="0">
                <a:solidFill>
                  <a:srgbClr val="9CA2AF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9CA2AF"/>
                </a:solidFill>
                <a:latin typeface="Dotum"/>
                <a:cs typeface="Dotum"/>
              </a:rPr>
              <a:t>개발</a:t>
            </a:r>
            <a:r>
              <a:rPr sz="1150" spc="-80" dirty="0">
                <a:solidFill>
                  <a:srgbClr val="9CA2AF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9CA2AF"/>
                </a:solidFill>
                <a:latin typeface="Dotum"/>
                <a:cs typeface="Dotum"/>
              </a:rPr>
              <a:t>배경과</a:t>
            </a:r>
            <a:r>
              <a:rPr sz="1150" spc="-75" dirty="0">
                <a:solidFill>
                  <a:srgbClr val="9CA2AF"/>
                </a:solidFill>
                <a:latin typeface="Dotum"/>
                <a:cs typeface="Dotum"/>
              </a:rPr>
              <a:t> </a:t>
            </a:r>
            <a:r>
              <a:rPr sz="1150" spc="-130" dirty="0">
                <a:solidFill>
                  <a:srgbClr val="9CA2AF"/>
                </a:solidFill>
                <a:latin typeface="Dotum"/>
                <a:cs typeface="Dotum"/>
              </a:rPr>
              <a:t>목표</a:t>
            </a:r>
            <a:endParaRPr sz="1150" dirty="0">
              <a:latin typeface="Dotum"/>
              <a:cs typeface="Dotum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274451" y="639764"/>
            <a:ext cx="8059420" cy="457200"/>
            <a:chOff x="2066924" y="1876424"/>
            <a:chExt cx="8059420" cy="45720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47922" y="2037397"/>
              <a:ext cx="78075" cy="13525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66924" y="1876424"/>
              <a:ext cx="457199" cy="45719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2395548" y="724579"/>
            <a:ext cx="215265" cy="23980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40" dirty="0">
                <a:solidFill>
                  <a:srgbClr val="FFFFFF"/>
                </a:solidFill>
                <a:latin typeface="Arial"/>
                <a:cs typeface="Arial"/>
              </a:rPr>
              <a:t>01</a:t>
            </a:r>
            <a:endParaRPr sz="145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036326" y="1639889"/>
            <a:ext cx="8534400" cy="1085850"/>
            <a:chOff x="1828799" y="2876549"/>
            <a:chExt cx="8534400" cy="1085850"/>
          </a:xfrm>
        </p:grpSpPr>
        <p:sp>
          <p:nvSpPr>
            <p:cNvPr id="15" name="object 15"/>
            <p:cNvSpPr/>
            <p:nvPr/>
          </p:nvSpPr>
          <p:spPr>
            <a:xfrm>
              <a:off x="1828799" y="2876549"/>
              <a:ext cx="8534400" cy="1085850"/>
            </a:xfrm>
            <a:custGeom>
              <a:avLst/>
              <a:gdLst/>
              <a:ahLst/>
              <a:cxnLst/>
              <a:rect l="l" t="t" r="r" b="b"/>
              <a:pathLst>
                <a:path w="8534400" h="1085850">
                  <a:moveTo>
                    <a:pt x="8381999" y="1085849"/>
                  </a:moveTo>
                  <a:lnTo>
                    <a:pt x="152399" y="1085849"/>
                  </a:lnTo>
                  <a:lnTo>
                    <a:pt x="137387" y="1085124"/>
                  </a:lnTo>
                  <a:lnTo>
                    <a:pt x="94079" y="1074249"/>
                  </a:lnTo>
                  <a:lnTo>
                    <a:pt x="55765" y="1051315"/>
                  </a:lnTo>
                  <a:lnTo>
                    <a:pt x="25660" y="1018134"/>
                  </a:lnTo>
                  <a:lnTo>
                    <a:pt x="6525" y="977623"/>
                  </a:lnTo>
                  <a:lnTo>
                    <a:pt x="0" y="933449"/>
                  </a:lnTo>
                  <a:lnTo>
                    <a:pt x="0" y="152399"/>
                  </a:lnTo>
                  <a:lnTo>
                    <a:pt x="6525" y="108226"/>
                  </a:lnTo>
                  <a:lnTo>
                    <a:pt x="25660" y="67715"/>
                  </a:lnTo>
                  <a:lnTo>
                    <a:pt x="55765" y="34533"/>
                  </a:lnTo>
                  <a:lnTo>
                    <a:pt x="94079" y="11600"/>
                  </a:lnTo>
                  <a:lnTo>
                    <a:pt x="137387" y="725"/>
                  </a:lnTo>
                  <a:lnTo>
                    <a:pt x="152399" y="0"/>
                  </a:lnTo>
                  <a:lnTo>
                    <a:pt x="8381999" y="0"/>
                  </a:lnTo>
                  <a:lnTo>
                    <a:pt x="8426171" y="6525"/>
                  </a:lnTo>
                  <a:lnTo>
                    <a:pt x="8466683" y="25660"/>
                  </a:lnTo>
                  <a:lnTo>
                    <a:pt x="8499864" y="55765"/>
                  </a:lnTo>
                  <a:lnTo>
                    <a:pt x="8522797" y="94079"/>
                  </a:lnTo>
                  <a:lnTo>
                    <a:pt x="8533673" y="137387"/>
                  </a:lnTo>
                  <a:lnTo>
                    <a:pt x="8534399" y="152399"/>
                  </a:lnTo>
                  <a:lnTo>
                    <a:pt x="8534399" y="933449"/>
                  </a:lnTo>
                  <a:lnTo>
                    <a:pt x="8527872" y="977623"/>
                  </a:lnTo>
                  <a:lnTo>
                    <a:pt x="8508738" y="1018134"/>
                  </a:lnTo>
                  <a:lnTo>
                    <a:pt x="8478633" y="1051315"/>
                  </a:lnTo>
                  <a:lnTo>
                    <a:pt x="8440319" y="1074249"/>
                  </a:lnTo>
                  <a:lnTo>
                    <a:pt x="8397011" y="1085124"/>
                  </a:lnTo>
                  <a:lnTo>
                    <a:pt x="8381999" y="1085849"/>
                  </a:lnTo>
                  <a:close/>
                </a:path>
              </a:pathLst>
            </a:custGeom>
            <a:solidFill>
              <a:srgbClr val="1F2937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828799" y="2876549"/>
              <a:ext cx="8534400" cy="1085850"/>
            </a:xfrm>
            <a:custGeom>
              <a:avLst/>
              <a:gdLst/>
              <a:ahLst/>
              <a:cxnLst/>
              <a:rect l="l" t="t" r="r" b="b"/>
              <a:pathLst>
                <a:path w="8534400" h="1085850">
                  <a:moveTo>
                    <a:pt x="8381999" y="1085849"/>
                  </a:moveTo>
                  <a:lnTo>
                    <a:pt x="152399" y="1085849"/>
                  </a:lnTo>
                  <a:lnTo>
                    <a:pt x="137387" y="1085124"/>
                  </a:lnTo>
                  <a:lnTo>
                    <a:pt x="94079" y="1074249"/>
                  </a:lnTo>
                  <a:lnTo>
                    <a:pt x="55765" y="1051315"/>
                  </a:lnTo>
                  <a:lnTo>
                    <a:pt x="25660" y="1018134"/>
                  </a:lnTo>
                  <a:lnTo>
                    <a:pt x="6525" y="977623"/>
                  </a:lnTo>
                  <a:lnTo>
                    <a:pt x="0" y="933449"/>
                  </a:lnTo>
                  <a:lnTo>
                    <a:pt x="0" y="152399"/>
                  </a:lnTo>
                  <a:lnTo>
                    <a:pt x="6525" y="108226"/>
                  </a:lnTo>
                  <a:lnTo>
                    <a:pt x="25660" y="67715"/>
                  </a:lnTo>
                  <a:lnTo>
                    <a:pt x="55765" y="34533"/>
                  </a:lnTo>
                  <a:lnTo>
                    <a:pt x="94079" y="11600"/>
                  </a:lnTo>
                  <a:lnTo>
                    <a:pt x="137387" y="725"/>
                  </a:lnTo>
                  <a:lnTo>
                    <a:pt x="8381999" y="0"/>
                  </a:lnTo>
                  <a:lnTo>
                    <a:pt x="8397012" y="725"/>
                  </a:lnTo>
                  <a:lnTo>
                    <a:pt x="8411736" y="2900"/>
                  </a:lnTo>
                  <a:lnTo>
                    <a:pt x="8426172" y="6525"/>
                  </a:lnTo>
                  <a:lnTo>
                    <a:pt x="8434533" y="9524"/>
                  </a:lnTo>
                  <a:lnTo>
                    <a:pt x="152399" y="9524"/>
                  </a:lnTo>
                  <a:lnTo>
                    <a:pt x="145380" y="9696"/>
                  </a:lnTo>
                  <a:lnTo>
                    <a:pt x="104274" y="17873"/>
                  </a:lnTo>
                  <a:lnTo>
                    <a:pt x="67282" y="37646"/>
                  </a:lnTo>
                  <a:lnTo>
                    <a:pt x="37646" y="67282"/>
                  </a:lnTo>
                  <a:lnTo>
                    <a:pt x="17873" y="104274"/>
                  </a:lnTo>
                  <a:lnTo>
                    <a:pt x="9696" y="145380"/>
                  </a:lnTo>
                  <a:lnTo>
                    <a:pt x="9524" y="152399"/>
                  </a:lnTo>
                  <a:lnTo>
                    <a:pt x="9524" y="933449"/>
                  </a:lnTo>
                  <a:lnTo>
                    <a:pt x="15675" y="974924"/>
                  </a:lnTo>
                  <a:lnTo>
                    <a:pt x="33603" y="1012826"/>
                  </a:lnTo>
                  <a:lnTo>
                    <a:pt x="61759" y="1043894"/>
                  </a:lnTo>
                  <a:lnTo>
                    <a:pt x="97724" y="1065449"/>
                  </a:lnTo>
                  <a:lnTo>
                    <a:pt x="138395" y="1075638"/>
                  </a:lnTo>
                  <a:lnTo>
                    <a:pt x="152399" y="1076324"/>
                  </a:lnTo>
                  <a:lnTo>
                    <a:pt x="8434533" y="1076324"/>
                  </a:lnTo>
                  <a:lnTo>
                    <a:pt x="8426172" y="1079324"/>
                  </a:lnTo>
                  <a:lnTo>
                    <a:pt x="8411736" y="1082949"/>
                  </a:lnTo>
                  <a:lnTo>
                    <a:pt x="8397012" y="1085124"/>
                  </a:lnTo>
                  <a:lnTo>
                    <a:pt x="8381999" y="1085849"/>
                  </a:lnTo>
                  <a:close/>
                </a:path>
                <a:path w="8534400" h="1085850">
                  <a:moveTo>
                    <a:pt x="8434533" y="1076324"/>
                  </a:moveTo>
                  <a:lnTo>
                    <a:pt x="8381999" y="1076324"/>
                  </a:lnTo>
                  <a:lnTo>
                    <a:pt x="8389017" y="1076153"/>
                  </a:lnTo>
                  <a:lnTo>
                    <a:pt x="8396002" y="1075638"/>
                  </a:lnTo>
                  <a:lnTo>
                    <a:pt x="8436674" y="1065449"/>
                  </a:lnTo>
                  <a:lnTo>
                    <a:pt x="8472638" y="1043894"/>
                  </a:lnTo>
                  <a:lnTo>
                    <a:pt x="8500794" y="1012826"/>
                  </a:lnTo>
                  <a:lnTo>
                    <a:pt x="8518722" y="974924"/>
                  </a:lnTo>
                  <a:lnTo>
                    <a:pt x="8524874" y="933449"/>
                  </a:lnTo>
                  <a:lnTo>
                    <a:pt x="8524874" y="152399"/>
                  </a:lnTo>
                  <a:lnTo>
                    <a:pt x="8518722" y="110925"/>
                  </a:lnTo>
                  <a:lnTo>
                    <a:pt x="8500794" y="73022"/>
                  </a:lnTo>
                  <a:lnTo>
                    <a:pt x="8472638" y="41954"/>
                  </a:lnTo>
                  <a:lnTo>
                    <a:pt x="8436674" y="20400"/>
                  </a:lnTo>
                  <a:lnTo>
                    <a:pt x="8396002" y="10211"/>
                  </a:lnTo>
                  <a:lnTo>
                    <a:pt x="8381999" y="9524"/>
                  </a:lnTo>
                  <a:lnTo>
                    <a:pt x="8434533" y="9524"/>
                  </a:lnTo>
                  <a:lnTo>
                    <a:pt x="8478633" y="34533"/>
                  </a:lnTo>
                  <a:lnTo>
                    <a:pt x="8508738" y="67715"/>
                  </a:lnTo>
                  <a:lnTo>
                    <a:pt x="8527873" y="108226"/>
                  </a:lnTo>
                  <a:lnTo>
                    <a:pt x="8534399" y="152399"/>
                  </a:lnTo>
                  <a:lnTo>
                    <a:pt x="8534399" y="933449"/>
                  </a:lnTo>
                  <a:lnTo>
                    <a:pt x="8533723" y="947454"/>
                  </a:lnTo>
                  <a:lnTo>
                    <a:pt x="8522797" y="991770"/>
                  </a:lnTo>
                  <a:lnTo>
                    <a:pt x="8499865" y="1030084"/>
                  </a:lnTo>
                  <a:lnTo>
                    <a:pt x="8466683" y="1060189"/>
                  </a:lnTo>
                  <a:lnTo>
                    <a:pt x="8440319" y="1074249"/>
                  </a:lnTo>
                  <a:lnTo>
                    <a:pt x="8434533" y="1076324"/>
                  </a:lnTo>
                  <a:close/>
                </a:path>
              </a:pathLst>
            </a:custGeom>
            <a:solidFill>
              <a:srgbClr val="4A5462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52724" y="3114674"/>
              <a:ext cx="609599" cy="60959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915364" y="3308746"/>
              <a:ext cx="281940" cy="223520"/>
            </a:xfrm>
            <a:custGeom>
              <a:avLst/>
              <a:gdLst/>
              <a:ahLst/>
              <a:cxnLst/>
              <a:rect l="l" t="t" r="r" b="b"/>
              <a:pathLst>
                <a:path w="281939" h="223520">
                  <a:moveTo>
                    <a:pt x="107022" y="30480"/>
                  </a:moveTo>
                  <a:lnTo>
                    <a:pt x="34468" y="30480"/>
                  </a:lnTo>
                  <a:lnTo>
                    <a:pt x="39245" y="26670"/>
                  </a:lnTo>
                  <a:lnTo>
                    <a:pt x="44693" y="22860"/>
                  </a:lnTo>
                  <a:lnTo>
                    <a:pt x="50631" y="20320"/>
                  </a:lnTo>
                  <a:lnTo>
                    <a:pt x="54203" y="3810"/>
                  </a:lnTo>
                  <a:lnTo>
                    <a:pt x="57417" y="0"/>
                  </a:lnTo>
                  <a:lnTo>
                    <a:pt x="84073" y="0"/>
                  </a:lnTo>
                  <a:lnTo>
                    <a:pt x="87287" y="3810"/>
                  </a:lnTo>
                  <a:lnTo>
                    <a:pt x="88136" y="7620"/>
                  </a:lnTo>
                  <a:lnTo>
                    <a:pt x="90859" y="20320"/>
                  </a:lnTo>
                  <a:lnTo>
                    <a:pt x="96753" y="22860"/>
                  </a:lnTo>
                  <a:lnTo>
                    <a:pt x="102244" y="26670"/>
                  </a:lnTo>
                  <a:lnTo>
                    <a:pt x="107022" y="30480"/>
                  </a:lnTo>
                  <a:close/>
                </a:path>
                <a:path w="281939" h="223520">
                  <a:moveTo>
                    <a:pt x="17814" y="124460"/>
                  </a:moveTo>
                  <a:lnTo>
                    <a:pt x="13349" y="123190"/>
                  </a:lnTo>
                  <a:lnTo>
                    <a:pt x="10804" y="119380"/>
                  </a:lnTo>
                  <a:lnTo>
                    <a:pt x="9197" y="116840"/>
                  </a:lnTo>
                  <a:lnTo>
                    <a:pt x="7724" y="115570"/>
                  </a:lnTo>
                  <a:lnTo>
                    <a:pt x="5045" y="110490"/>
                  </a:lnTo>
                  <a:lnTo>
                    <a:pt x="3795" y="107950"/>
                  </a:lnTo>
                  <a:lnTo>
                    <a:pt x="2678" y="106680"/>
                  </a:lnTo>
                  <a:lnTo>
                    <a:pt x="1651" y="104140"/>
                  </a:lnTo>
                  <a:lnTo>
                    <a:pt x="0" y="100330"/>
                  </a:lnTo>
                  <a:lnTo>
                    <a:pt x="1250" y="95250"/>
                  </a:lnTo>
                  <a:lnTo>
                    <a:pt x="14332" y="83820"/>
                  </a:lnTo>
                  <a:lnTo>
                    <a:pt x="13841" y="81280"/>
                  </a:lnTo>
                  <a:lnTo>
                    <a:pt x="13573" y="77470"/>
                  </a:lnTo>
                  <a:lnTo>
                    <a:pt x="13573" y="71120"/>
                  </a:lnTo>
                  <a:lnTo>
                    <a:pt x="13841" y="68580"/>
                  </a:lnTo>
                  <a:lnTo>
                    <a:pt x="14332" y="64770"/>
                  </a:lnTo>
                  <a:lnTo>
                    <a:pt x="4364" y="55835"/>
                  </a:lnTo>
                  <a:lnTo>
                    <a:pt x="1250" y="53340"/>
                  </a:lnTo>
                  <a:lnTo>
                    <a:pt x="0" y="49530"/>
                  </a:lnTo>
                  <a:lnTo>
                    <a:pt x="2678" y="43180"/>
                  </a:lnTo>
                  <a:lnTo>
                    <a:pt x="3795" y="40640"/>
                  </a:lnTo>
                  <a:lnTo>
                    <a:pt x="6384" y="35560"/>
                  </a:lnTo>
                  <a:lnTo>
                    <a:pt x="7768" y="33020"/>
                  </a:lnTo>
                  <a:lnTo>
                    <a:pt x="9242" y="31750"/>
                  </a:lnTo>
                  <a:lnTo>
                    <a:pt x="13349" y="25400"/>
                  </a:lnTo>
                  <a:lnTo>
                    <a:pt x="17814" y="24130"/>
                  </a:lnTo>
                  <a:lnTo>
                    <a:pt x="21833" y="26670"/>
                  </a:lnTo>
                  <a:lnTo>
                    <a:pt x="34468" y="30480"/>
                  </a:lnTo>
                  <a:lnTo>
                    <a:pt x="131382" y="30480"/>
                  </a:lnTo>
                  <a:lnTo>
                    <a:pt x="132204" y="31750"/>
                  </a:lnTo>
                  <a:lnTo>
                    <a:pt x="133677" y="33020"/>
                  </a:lnTo>
                  <a:lnTo>
                    <a:pt x="135016" y="35560"/>
                  </a:lnTo>
                  <a:lnTo>
                    <a:pt x="136400" y="38100"/>
                  </a:lnTo>
                  <a:lnTo>
                    <a:pt x="137651" y="40640"/>
                  </a:lnTo>
                  <a:lnTo>
                    <a:pt x="138767" y="43180"/>
                  </a:lnTo>
                  <a:lnTo>
                    <a:pt x="139794" y="44450"/>
                  </a:lnTo>
                  <a:lnTo>
                    <a:pt x="141446" y="49530"/>
                  </a:lnTo>
                  <a:lnTo>
                    <a:pt x="140196" y="53340"/>
                  </a:lnTo>
                  <a:lnTo>
                    <a:pt x="65147" y="53340"/>
                  </a:lnTo>
                  <a:lnTo>
                    <a:pt x="59987" y="55835"/>
                  </a:lnTo>
                  <a:lnTo>
                    <a:pt x="49291" y="71120"/>
                  </a:lnTo>
                  <a:lnTo>
                    <a:pt x="49291" y="77470"/>
                  </a:lnTo>
                  <a:lnTo>
                    <a:pt x="65147" y="95250"/>
                  </a:lnTo>
                  <a:lnTo>
                    <a:pt x="140106" y="95250"/>
                  </a:lnTo>
                  <a:lnTo>
                    <a:pt x="141356" y="100330"/>
                  </a:lnTo>
                  <a:lnTo>
                    <a:pt x="138678" y="105410"/>
                  </a:lnTo>
                  <a:lnTo>
                    <a:pt x="137561" y="107950"/>
                  </a:lnTo>
                  <a:lnTo>
                    <a:pt x="136311" y="110490"/>
                  </a:lnTo>
                  <a:lnTo>
                    <a:pt x="134927" y="113030"/>
                  </a:lnTo>
                  <a:lnTo>
                    <a:pt x="133588" y="115570"/>
                  </a:lnTo>
                  <a:lnTo>
                    <a:pt x="132114" y="116840"/>
                  </a:lnTo>
                  <a:lnTo>
                    <a:pt x="131293" y="118110"/>
                  </a:lnTo>
                  <a:lnTo>
                    <a:pt x="34423" y="118110"/>
                  </a:lnTo>
                  <a:lnTo>
                    <a:pt x="17814" y="124460"/>
                  </a:lnTo>
                  <a:close/>
                </a:path>
                <a:path w="281939" h="223520">
                  <a:moveTo>
                    <a:pt x="131382" y="30480"/>
                  </a:moveTo>
                  <a:lnTo>
                    <a:pt x="107022" y="30480"/>
                  </a:lnTo>
                  <a:lnTo>
                    <a:pt x="123631" y="24130"/>
                  </a:lnTo>
                  <a:lnTo>
                    <a:pt x="128096" y="25400"/>
                  </a:lnTo>
                  <a:lnTo>
                    <a:pt x="131382" y="30480"/>
                  </a:lnTo>
                  <a:close/>
                </a:path>
                <a:path w="281939" h="223520">
                  <a:moveTo>
                    <a:pt x="140106" y="95250"/>
                  </a:moveTo>
                  <a:lnTo>
                    <a:pt x="76298" y="95250"/>
                  </a:lnTo>
                  <a:lnTo>
                    <a:pt x="81550" y="92710"/>
                  </a:lnTo>
                  <a:lnTo>
                    <a:pt x="83867" y="91440"/>
                  </a:lnTo>
                  <a:lnTo>
                    <a:pt x="87886" y="87630"/>
                  </a:lnTo>
                  <a:lnTo>
                    <a:pt x="89435" y="85090"/>
                  </a:lnTo>
                  <a:lnTo>
                    <a:pt x="91610" y="80010"/>
                  </a:lnTo>
                  <a:lnTo>
                    <a:pt x="92154" y="77470"/>
                  </a:lnTo>
                  <a:lnTo>
                    <a:pt x="92154" y="71120"/>
                  </a:lnTo>
                  <a:lnTo>
                    <a:pt x="76298" y="53340"/>
                  </a:lnTo>
                  <a:lnTo>
                    <a:pt x="140196" y="53340"/>
                  </a:lnTo>
                  <a:lnTo>
                    <a:pt x="136188" y="56550"/>
                  </a:lnTo>
                  <a:lnTo>
                    <a:pt x="127024" y="64770"/>
                  </a:lnTo>
                  <a:lnTo>
                    <a:pt x="127515" y="68580"/>
                  </a:lnTo>
                  <a:lnTo>
                    <a:pt x="127783" y="71120"/>
                  </a:lnTo>
                  <a:lnTo>
                    <a:pt x="127783" y="77470"/>
                  </a:lnTo>
                  <a:lnTo>
                    <a:pt x="127515" y="80010"/>
                  </a:lnTo>
                  <a:lnTo>
                    <a:pt x="127024" y="83820"/>
                  </a:lnTo>
                  <a:lnTo>
                    <a:pt x="136936" y="92710"/>
                  </a:lnTo>
                  <a:lnTo>
                    <a:pt x="140106" y="95250"/>
                  </a:lnTo>
                  <a:close/>
                </a:path>
                <a:path w="281939" h="223520">
                  <a:moveTo>
                    <a:pt x="181049" y="223520"/>
                  </a:moveTo>
                  <a:lnTo>
                    <a:pt x="174798" y="220980"/>
                  </a:lnTo>
                  <a:lnTo>
                    <a:pt x="172438" y="219687"/>
                  </a:lnTo>
                  <a:lnTo>
                    <a:pt x="170244" y="218440"/>
                  </a:lnTo>
                  <a:lnTo>
                    <a:pt x="167833" y="217170"/>
                  </a:lnTo>
                  <a:lnTo>
                    <a:pt x="165556" y="215900"/>
                  </a:lnTo>
                  <a:lnTo>
                    <a:pt x="163413" y="214630"/>
                  </a:lnTo>
                  <a:lnTo>
                    <a:pt x="157921" y="210820"/>
                  </a:lnTo>
                  <a:lnTo>
                    <a:pt x="156805" y="205740"/>
                  </a:lnTo>
                  <a:lnTo>
                    <a:pt x="162297" y="189230"/>
                  </a:lnTo>
                  <a:lnTo>
                    <a:pt x="158368" y="184150"/>
                  </a:lnTo>
                  <a:lnTo>
                    <a:pt x="155197" y="179070"/>
                  </a:lnTo>
                  <a:lnTo>
                    <a:pt x="152965" y="172720"/>
                  </a:lnTo>
                  <a:lnTo>
                    <a:pt x="135865" y="168910"/>
                  </a:lnTo>
                  <a:lnTo>
                    <a:pt x="132516" y="166370"/>
                  </a:lnTo>
                  <a:lnTo>
                    <a:pt x="131668" y="158750"/>
                  </a:lnTo>
                  <a:lnTo>
                    <a:pt x="131668" y="147320"/>
                  </a:lnTo>
                  <a:lnTo>
                    <a:pt x="132516" y="139700"/>
                  </a:lnTo>
                  <a:lnTo>
                    <a:pt x="135820" y="135890"/>
                  </a:lnTo>
                  <a:lnTo>
                    <a:pt x="152965" y="133350"/>
                  </a:lnTo>
                  <a:lnTo>
                    <a:pt x="155153" y="127000"/>
                  </a:lnTo>
                  <a:lnTo>
                    <a:pt x="158368" y="121920"/>
                  </a:lnTo>
                  <a:lnTo>
                    <a:pt x="162297" y="116840"/>
                  </a:lnTo>
                  <a:lnTo>
                    <a:pt x="156805" y="100330"/>
                  </a:lnTo>
                  <a:lnTo>
                    <a:pt x="181049" y="82550"/>
                  </a:lnTo>
                  <a:lnTo>
                    <a:pt x="185469" y="83820"/>
                  </a:lnTo>
                  <a:lnTo>
                    <a:pt x="197122" y="96520"/>
                  </a:lnTo>
                  <a:lnTo>
                    <a:pt x="255310" y="96520"/>
                  </a:lnTo>
                  <a:lnTo>
                    <a:pt x="256148" y="100330"/>
                  </a:lnTo>
                  <a:lnTo>
                    <a:pt x="250656" y="116840"/>
                  </a:lnTo>
                  <a:lnTo>
                    <a:pt x="254585" y="121920"/>
                  </a:lnTo>
                  <a:lnTo>
                    <a:pt x="257755" y="127000"/>
                  </a:lnTo>
                  <a:lnTo>
                    <a:pt x="259541" y="132080"/>
                  </a:lnTo>
                  <a:lnTo>
                    <a:pt x="200878" y="132080"/>
                  </a:lnTo>
                  <a:lnTo>
                    <a:pt x="195627" y="134620"/>
                  </a:lnTo>
                  <a:lnTo>
                    <a:pt x="185023" y="149860"/>
                  </a:lnTo>
                  <a:lnTo>
                    <a:pt x="185023" y="156210"/>
                  </a:lnTo>
                  <a:lnTo>
                    <a:pt x="200878" y="173990"/>
                  </a:lnTo>
                  <a:lnTo>
                    <a:pt x="259550" y="173990"/>
                  </a:lnTo>
                  <a:lnTo>
                    <a:pt x="257800" y="179070"/>
                  </a:lnTo>
                  <a:lnTo>
                    <a:pt x="254585" y="184150"/>
                  </a:lnTo>
                  <a:lnTo>
                    <a:pt x="250656" y="189230"/>
                  </a:lnTo>
                  <a:lnTo>
                    <a:pt x="256148" y="205740"/>
                  </a:lnTo>
                  <a:lnTo>
                    <a:pt x="255310" y="209550"/>
                  </a:lnTo>
                  <a:lnTo>
                    <a:pt x="197167" y="209550"/>
                  </a:lnTo>
                  <a:lnTo>
                    <a:pt x="188346" y="219687"/>
                  </a:lnTo>
                  <a:lnTo>
                    <a:pt x="185469" y="222250"/>
                  </a:lnTo>
                  <a:lnTo>
                    <a:pt x="181049" y="223520"/>
                  </a:lnTo>
                  <a:close/>
                </a:path>
                <a:path w="281939" h="223520">
                  <a:moveTo>
                    <a:pt x="255310" y="96520"/>
                  </a:moveTo>
                  <a:lnTo>
                    <a:pt x="215785" y="96520"/>
                  </a:lnTo>
                  <a:lnTo>
                    <a:pt x="224626" y="86360"/>
                  </a:lnTo>
                  <a:lnTo>
                    <a:pt x="227483" y="83820"/>
                  </a:lnTo>
                  <a:lnTo>
                    <a:pt x="231904" y="82550"/>
                  </a:lnTo>
                  <a:lnTo>
                    <a:pt x="238199" y="85090"/>
                  </a:lnTo>
                  <a:lnTo>
                    <a:pt x="245119" y="88900"/>
                  </a:lnTo>
                  <a:lnTo>
                    <a:pt x="249540" y="91440"/>
                  </a:lnTo>
                  <a:lnTo>
                    <a:pt x="255031" y="95250"/>
                  </a:lnTo>
                  <a:lnTo>
                    <a:pt x="255310" y="96520"/>
                  </a:lnTo>
                  <a:close/>
                </a:path>
                <a:path w="281939" h="223520">
                  <a:moveTo>
                    <a:pt x="212749" y="96520"/>
                  </a:moveTo>
                  <a:lnTo>
                    <a:pt x="200158" y="96520"/>
                  </a:lnTo>
                  <a:lnTo>
                    <a:pt x="203284" y="95250"/>
                  </a:lnTo>
                  <a:lnTo>
                    <a:pt x="209624" y="95250"/>
                  </a:lnTo>
                  <a:lnTo>
                    <a:pt x="212749" y="96520"/>
                  </a:lnTo>
                  <a:close/>
                </a:path>
                <a:path w="281939" h="223520">
                  <a:moveTo>
                    <a:pt x="83983" y="148590"/>
                  </a:moveTo>
                  <a:lnTo>
                    <a:pt x="57373" y="148590"/>
                  </a:lnTo>
                  <a:lnTo>
                    <a:pt x="54158" y="144780"/>
                  </a:lnTo>
                  <a:lnTo>
                    <a:pt x="53310" y="140970"/>
                  </a:lnTo>
                  <a:lnTo>
                    <a:pt x="50586" y="128270"/>
                  </a:lnTo>
                  <a:lnTo>
                    <a:pt x="44693" y="125730"/>
                  </a:lnTo>
                  <a:lnTo>
                    <a:pt x="39201" y="121920"/>
                  </a:lnTo>
                  <a:lnTo>
                    <a:pt x="34423" y="118110"/>
                  </a:lnTo>
                  <a:lnTo>
                    <a:pt x="106933" y="118110"/>
                  </a:lnTo>
                  <a:lnTo>
                    <a:pt x="102155" y="121920"/>
                  </a:lnTo>
                  <a:lnTo>
                    <a:pt x="96708" y="125730"/>
                  </a:lnTo>
                  <a:lnTo>
                    <a:pt x="90770" y="128270"/>
                  </a:lnTo>
                  <a:lnTo>
                    <a:pt x="87198" y="144780"/>
                  </a:lnTo>
                  <a:lnTo>
                    <a:pt x="83983" y="148590"/>
                  </a:lnTo>
                  <a:close/>
                </a:path>
                <a:path w="281939" h="223520">
                  <a:moveTo>
                    <a:pt x="123542" y="124460"/>
                  </a:moveTo>
                  <a:lnTo>
                    <a:pt x="106933" y="118110"/>
                  </a:lnTo>
                  <a:lnTo>
                    <a:pt x="131293" y="118110"/>
                  </a:lnTo>
                  <a:lnTo>
                    <a:pt x="128007" y="123190"/>
                  </a:lnTo>
                  <a:lnTo>
                    <a:pt x="123542" y="124460"/>
                  </a:lnTo>
                  <a:close/>
                </a:path>
                <a:path w="281939" h="223520">
                  <a:moveTo>
                    <a:pt x="259550" y="173990"/>
                  </a:moveTo>
                  <a:lnTo>
                    <a:pt x="212030" y="173990"/>
                  </a:lnTo>
                  <a:lnTo>
                    <a:pt x="217281" y="171450"/>
                  </a:lnTo>
                  <a:lnTo>
                    <a:pt x="219598" y="170180"/>
                  </a:lnTo>
                  <a:lnTo>
                    <a:pt x="223618" y="166370"/>
                  </a:lnTo>
                  <a:lnTo>
                    <a:pt x="225166" y="163830"/>
                  </a:lnTo>
                  <a:lnTo>
                    <a:pt x="227341" y="158750"/>
                  </a:lnTo>
                  <a:lnTo>
                    <a:pt x="227885" y="156210"/>
                  </a:lnTo>
                  <a:lnTo>
                    <a:pt x="227885" y="149860"/>
                  </a:lnTo>
                  <a:lnTo>
                    <a:pt x="212030" y="132080"/>
                  </a:lnTo>
                  <a:lnTo>
                    <a:pt x="259541" y="132080"/>
                  </a:lnTo>
                  <a:lnTo>
                    <a:pt x="259987" y="133350"/>
                  </a:lnTo>
                  <a:lnTo>
                    <a:pt x="272980" y="135890"/>
                  </a:lnTo>
                  <a:lnTo>
                    <a:pt x="277088" y="135890"/>
                  </a:lnTo>
                  <a:lnTo>
                    <a:pt x="280436" y="139700"/>
                  </a:lnTo>
                  <a:lnTo>
                    <a:pt x="281285" y="147320"/>
                  </a:lnTo>
                  <a:lnTo>
                    <a:pt x="281374" y="148590"/>
                  </a:lnTo>
                  <a:lnTo>
                    <a:pt x="281463" y="156210"/>
                  </a:lnTo>
                  <a:lnTo>
                    <a:pt x="281285" y="158750"/>
                  </a:lnTo>
                  <a:lnTo>
                    <a:pt x="280436" y="166370"/>
                  </a:lnTo>
                  <a:lnTo>
                    <a:pt x="277132" y="168910"/>
                  </a:lnTo>
                  <a:lnTo>
                    <a:pt x="272980" y="170180"/>
                  </a:lnTo>
                  <a:lnTo>
                    <a:pt x="259987" y="172720"/>
                  </a:lnTo>
                  <a:lnTo>
                    <a:pt x="259550" y="173990"/>
                  </a:lnTo>
                  <a:close/>
                </a:path>
                <a:path w="281939" h="223520">
                  <a:moveTo>
                    <a:pt x="73759" y="149860"/>
                  </a:moveTo>
                  <a:lnTo>
                    <a:pt x="67597" y="149860"/>
                  </a:lnTo>
                  <a:lnTo>
                    <a:pt x="64561" y="148590"/>
                  </a:lnTo>
                  <a:lnTo>
                    <a:pt x="76795" y="148590"/>
                  </a:lnTo>
                  <a:lnTo>
                    <a:pt x="73759" y="149860"/>
                  </a:lnTo>
                  <a:close/>
                </a:path>
                <a:path w="281939" h="223520">
                  <a:moveTo>
                    <a:pt x="231859" y="223520"/>
                  </a:moveTo>
                  <a:lnTo>
                    <a:pt x="227439" y="222250"/>
                  </a:lnTo>
                  <a:lnTo>
                    <a:pt x="224834" y="219898"/>
                  </a:lnTo>
                  <a:lnTo>
                    <a:pt x="215830" y="209550"/>
                  </a:lnTo>
                  <a:lnTo>
                    <a:pt x="255310" y="209550"/>
                  </a:lnTo>
                  <a:lnTo>
                    <a:pt x="255031" y="210820"/>
                  </a:lnTo>
                  <a:lnTo>
                    <a:pt x="249540" y="214630"/>
                  </a:lnTo>
                  <a:lnTo>
                    <a:pt x="245119" y="217170"/>
                  </a:lnTo>
                  <a:lnTo>
                    <a:pt x="242708" y="218440"/>
                  </a:lnTo>
                  <a:lnTo>
                    <a:pt x="240515" y="219687"/>
                  </a:lnTo>
                  <a:lnTo>
                    <a:pt x="235788" y="222250"/>
                  </a:lnTo>
                  <a:lnTo>
                    <a:pt x="231859" y="223520"/>
                  </a:lnTo>
                  <a:close/>
                </a:path>
              </a:pathLst>
            </a:custGeom>
            <a:solidFill>
              <a:srgbClr val="A68B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785752" y="1690704"/>
            <a:ext cx="1685289" cy="773430"/>
          </a:xfrm>
          <a:prstGeom prst="rect">
            <a:avLst/>
          </a:prstGeom>
        </p:spPr>
        <p:txBody>
          <a:bodyPr vert="horz" wrap="square" lIns="0" tIns="174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sz="2050" spc="-409" dirty="0">
                <a:solidFill>
                  <a:srgbClr val="FFFFFF"/>
                </a:solidFill>
                <a:latin typeface="Dotum"/>
                <a:cs typeface="Dotum"/>
              </a:rPr>
              <a:t>개발</a:t>
            </a:r>
            <a:r>
              <a:rPr sz="2050" spc="-235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sz="2050" spc="-409" dirty="0">
                <a:solidFill>
                  <a:srgbClr val="FFFFFF"/>
                </a:solidFill>
                <a:latin typeface="Dotum"/>
                <a:cs typeface="Dotum"/>
              </a:rPr>
              <a:t>시스템</a:t>
            </a:r>
            <a:r>
              <a:rPr sz="2050" spc="-235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sz="2050" spc="-434" dirty="0">
                <a:solidFill>
                  <a:srgbClr val="FFFFFF"/>
                </a:solidFill>
                <a:latin typeface="Dotum"/>
                <a:cs typeface="Dotum"/>
              </a:rPr>
              <a:t>소개</a:t>
            </a:r>
            <a:endParaRPr sz="20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150" spc="-190" dirty="0">
                <a:solidFill>
                  <a:srgbClr val="9CA2AF"/>
                </a:solidFill>
                <a:latin typeface="Dotum"/>
                <a:cs typeface="Dotum"/>
              </a:rPr>
              <a:t>주요</a:t>
            </a:r>
            <a:r>
              <a:rPr sz="1150" spc="-80" dirty="0">
                <a:solidFill>
                  <a:srgbClr val="9CA2AF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9CA2AF"/>
                </a:solidFill>
                <a:latin typeface="Dotum"/>
                <a:cs typeface="Dotum"/>
              </a:rPr>
              <a:t>기능</a:t>
            </a:r>
            <a:r>
              <a:rPr sz="1150" spc="-80" dirty="0">
                <a:solidFill>
                  <a:srgbClr val="9CA2AF"/>
                </a:solidFill>
                <a:latin typeface="Dotum"/>
                <a:cs typeface="Dotum"/>
              </a:rPr>
              <a:t> </a:t>
            </a:r>
            <a:r>
              <a:rPr sz="1150" spc="-185" dirty="0">
                <a:solidFill>
                  <a:srgbClr val="9CA2AF"/>
                </a:solidFill>
                <a:latin typeface="Dotum"/>
                <a:cs typeface="Dotum"/>
              </a:rPr>
              <a:t>및</a:t>
            </a:r>
            <a:r>
              <a:rPr sz="1150" spc="-80" dirty="0">
                <a:solidFill>
                  <a:srgbClr val="9CA2AF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9CA2AF"/>
                </a:solidFill>
                <a:latin typeface="Dotum"/>
                <a:cs typeface="Dotum"/>
              </a:rPr>
              <a:t>시스템</a:t>
            </a:r>
            <a:r>
              <a:rPr sz="1150" spc="-80" dirty="0">
                <a:solidFill>
                  <a:srgbClr val="9CA2AF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9CA2AF"/>
                </a:solidFill>
                <a:latin typeface="Dotum"/>
                <a:cs typeface="Dotum"/>
              </a:rPr>
              <a:t>구조</a:t>
            </a:r>
            <a:r>
              <a:rPr sz="1150" spc="-75" dirty="0">
                <a:solidFill>
                  <a:srgbClr val="9CA2AF"/>
                </a:solidFill>
                <a:latin typeface="Dotum"/>
                <a:cs typeface="Dotum"/>
              </a:rPr>
              <a:t> </a:t>
            </a:r>
            <a:r>
              <a:rPr sz="1150" spc="-170" dirty="0">
                <a:solidFill>
                  <a:srgbClr val="9CA2AF"/>
                </a:solidFill>
                <a:latin typeface="Dotum"/>
                <a:cs typeface="Dotum"/>
              </a:rPr>
              <a:t>설명</a:t>
            </a:r>
            <a:endParaRPr sz="1150">
              <a:latin typeface="Dotum"/>
              <a:cs typeface="Dotum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274451" y="1954214"/>
            <a:ext cx="8059420" cy="457200"/>
            <a:chOff x="2066924" y="3190874"/>
            <a:chExt cx="8059420" cy="457200"/>
          </a:xfrm>
        </p:grpSpPr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47922" y="3351847"/>
              <a:ext cx="78075" cy="13525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66924" y="3190874"/>
              <a:ext cx="457199" cy="457199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2378433" y="2039029"/>
            <a:ext cx="249554" cy="23980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45" dirty="0">
                <a:solidFill>
                  <a:srgbClr val="FFFFFF"/>
                </a:solidFill>
                <a:latin typeface="Arial"/>
                <a:cs typeface="Arial"/>
              </a:rPr>
              <a:t>02</a:t>
            </a:r>
            <a:endParaRPr sz="145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036326" y="2954340"/>
            <a:ext cx="8534400" cy="1085850"/>
            <a:chOff x="1828799" y="4191000"/>
            <a:chExt cx="8534400" cy="1085850"/>
          </a:xfrm>
        </p:grpSpPr>
        <p:sp>
          <p:nvSpPr>
            <p:cNvPr id="25" name="object 25"/>
            <p:cNvSpPr/>
            <p:nvPr/>
          </p:nvSpPr>
          <p:spPr>
            <a:xfrm>
              <a:off x="1828799" y="4191000"/>
              <a:ext cx="8534400" cy="1085850"/>
            </a:xfrm>
            <a:custGeom>
              <a:avLst/>
              <a:gdLst/>
              <a:ahLst/>
              <a:cxnLst/>
              <a:rect l="l" t="t" r="r" b="b"/>
              <a:pathLst>
                <a:path w="8534400" h="1085850">
                  <a:moveTo>
                    <a:pt x="8381999" y="1085849"/>
                  </a:moveTo>
                  <a:lnTo>
                    <a:pt x="152399" y="1085849"/>
                  </a:lnTo>
                  <a:lnTo>
                    <a:pt x="137387" y="1085124"/>
                  </a:lnTo>
                  <a:lnTo>
                    <a:pt x="94079" y="1074249"/>
                  </a:lnTo>
                  <a:lnTo>
                    <a:pt x="55765" y="1051315"/>
                  </a:lnTo>
                  <a:lnTo>
                    <a:pt x="25660" y="1018134"/>
                  </a:lnTo>
                  <a:lnTo>
                    <a:pt x="6525" y="977623"/>
                  </a:lnTo>
                  <a:lnTo>
                    <a:pt x="0" y="933449"/>
                  </a:lnTo>
                  <a:lnTo>
                    <a:pt x="0" y="152399"/>
                  </a:lnTo>
                  <a:lnTo>
                    <a:pt x="6525" y="108226"/>
                  </a:lnTo>
                  <a:lnTo>
                    <a:pt x="25660" y="67715"/>
                  </a:lnTo>
                  <a:lnTo>
                    <a:pt x="55765" y="34533"/>
                  </a:lnTo>
                  <a:lnTo>
                    <a:pt x="94079" y="11600"/>
                  </a:lnTo>
                  <a:lnTo>
                    <a:pt x="137387" y="725"/>
                  </a:lnTo>
                  <a:lnTo>
                    <a:pt x="152399" y="0"/>
                  </a:lnTo>
                  <a:lnTo>
                    <a:pt x="8381999" y="0"/>
                  </a:lnTo>
                  <a:lnTo>
                    <a:pt x="8426171" y="6525"/>
                  </a:lnTo>
                  <a:lnTo>
                    <a:pt x="8466683" y="25660"/>
                  </a:lnTo>
                  <a:lnTo>
                    <a:pt x="8499864" y="55765"/>
                  </a:lnTo>
                  <a:lnTo>
                    <a:pt x="8522797" y="94079"/>
                  </a:lnTo>
                  <a:lnTo>
                    <a:pt x="8533673" y="137387"/>
                  </a:lnTo>
                  <a:lnTo>
                    <a:pt x="8534399" y="152399"/>
                  </a:lnTo>
                  <a:lnTo>
                    <a:pt x="8534399" y="933449"/>
                  </a:lnTo>
                  <a:lnTo>
                    <a:pt x="8527872" y="977623"/>
                  </a:lnTo>
                  <a:lnTo>
                    <a:pt x="8508738" y="1018134"/>
                  </a:lnTo>
                  <a:lnTo>
                    <a:pt x="8478633" y="1051315"/>
                  </a:lnTo>
                  <a:lnTo>
                    <a:pt x="8440319" y="1074249"/>
                  </a:lnTo>
                  <a:lnTo>
                    <a:pt x="8397011" y="1085124"/>
                  </a:lnTo>
                  <a:lnTo>
                    <a:pt x="8381999" y="1085849"/>
                  </a:lnTo>
                  <a:close/>
                </a:path>
              </a:pathLst>
            </a:custGeom>
            <a:solidFill>
              <a:srgbClr val="1F2937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28799" y="4191000"/>
              <a:ext cx="8534400" cy="1085850"/>
            </a:xfrm>
            <a:custGeom>
              <a:avLst/>
              <a:gdLst/>
              <a:ahLst/>
              <a:cxnLst/>
              <a:rect l="l" t="t" r="r" b="b"/>
              <a:pathLst>
                <a:path w="8534400" h="1085850">
                  <a:moveTo>
                    <a:pt x="8381999" y="1085849"/>
                  </a:moveTo>
                  <a:lnTo>
                    <a:pt x="152399" y="1085849"/>
                  </a:lnTo>
                  <a:lnTo>
                    <a:pt x="137387" y="1085124"/>
                  </a:lnTo>
                  <a:lnTo>
                    <a:pt x="94079" y="1074249"/>
                  </a:lnTo>
                  <a:lnTo>
                    <a:pt x="55765" y="1051316"/>
                  </a:lnTo>
                  <a:lnTo>
                    <a:pt x="25660" y="1018134"/>
                  </a:lnTo>
                  <a:lnTo>
                    <a:pt x="6525" y="977623"/>
                  </a:lnTo>
                  <a:lnTo>
                    <a:pt x="0" y="933449"/>
                  </a:lnTo>
                  <a:lnTo>
                    <a:pt x="0" y="152399"/>
                  </a:lnTo>
                  <a:lnTo>
                    <a:pt x="6525" y="108226"/>
                  </a:lnTo>
                  <a:lnTo>
                    <a:pt x="25660" y="67715"/>
                  </a:lnTo>
                  <a:lnTo>
                    <a:pt x="55765" y="34533"/>
                  </a:lnTo>
                  <a:lnTo>
                    <a:pt x="94079" y="11600"/>
                  </a:lnTo>
                  <a:lnTo>
                    <a:pt x="137387" y="725"/>
                  </a:lnTo>
                  <a:lnTo>
                    <a:pt x="8381999" y="0"/>
                  </a:lnTo>
                  <a:lnTo>
                    <a:pt x="8397012" y="725"/>
                  </a:lnTo>
                  <a:lnTo>
                    <a:pt x="8411736" y="2900"/>
                  </a:lnTo>
                  <a:lnTo>
                    <a:pt x="8426172" y="6525"/>
                  </a:lnTo>
                  <a:lnTo>
                    <a:pt x="8434533" y="9524"/>
                  </a:lnTo>
                  <a:lnTo>
                    <a:pt x="152399" y="9524"/>
                  </a:lnTo>
                  <a:lnTo>
                    <a:pt x="145380" y="9696"/>
                  </a:lnTo>
                  <a:lnTo>
                    <a:pt x="104274" y="17873"/>
                  </a:lnTo>
                  <a:lnTo>
                    <a:pt x="67282" y="37646"/>
                  </a:lnTo>
                  <a:lnTo>
                    <a:pt x="37646" y="67282"/>
                  </a:lnTo>
                  <a:lnTo>
                    <a:pt x="17873" y="104274"/>
                  </a:lnTo>
                  <a:lnTo>
                    <a:pt x="9696" y="145380"/>
                  </a:lnTo>
                  <a:lnTo>
                    <a:pt x="9524" y="152399"/>
                  </a:lnTo>
                  <a:lnTo>
                    <a:pt x="9524" y="933449"/>
                  </a:lnTo>
                  <a:lnTo>
                    <a:pt x="15675" y="974924"/>
                  </a:lnTo>
                  <a:lnTo>
                    <a:pt x="33603" y="1012826"/>
                  </a:lnTo>
                  <a:lnTo>
                    <a:pt x="61759" y="1043894"/>
                  </a:lnTo>
                  <a:lnTo>
                    <a:pt x="97724" y="1065449"/>
                  </a:lnTo>
                  <a:lnTo>
                    <a:pt x="138395" y="1075638"/>
                  </a:lnTo>
                  <a:lnTo>
                    <a:pt x="152399" y="1076324"/>
                  </a:lnTo>
                  <a:lnTo>
                    <a:pt x="8434533" y="1076324"/>
                  </a:lnTo>
                  <a:lnTo>
                    <a:pt x="8426172" y="1079324"/>
                  </a:lnTo>
                  <a:lnTo>
                    <a:pt x="8411736" y="1082949"/>
                  </a:lnTo>
                  <a:lnTo>
                    <a:pt x="8397012" y="1085124"/>
                  </a:lnTo>
                  <a:lnTo>
                    <a:pt x="8381999" y="1085849"/>
                  </a:lnTo>
                  <a:close/>
                </a:path>
                <a:path w="8534400" h="1085850">
                  <a:moveTo>
                    <a:pt x="8434533" y="1076324"/>
                  </a:moveTo>
                  <a:lnTo>
                    <a:pt x="8381999" y="1076324"/>
                  </a:lnTo>
                  <a:lnTo>
                    <a:pt x="8389017" y="1076153"/>
                  </a:lnTo>
                  <a:lnTo>
                    <a:pt x="8396002" y="1075638"/>
                  </a:lnTo>
                  <a:lnTo>
                    <a:pt x="8436674" y="1065449"/>
                  </a:lnTo>
                  <a:lnTo>
                    <a:pt x="8472638" y="1043894"/>
                  </a:lnTo>
                  <a:lnTo>
                    <a:pt x="8500794" y="1012826"/>
                  </a:lnTo>
                  <a:lnTo>
                    <a:pt x="8518722" y="974924"/>
                  </a:lnTo>
                  <a:lnTo>
                    <a:pt x="8524874" y="933449"/>
                  </a:lnTo>
                  <a:lnTo>
                    <a:pt x="8524874" y="152399"/>
                  </a:lnTo>
                  <a:lnTo>
                    <a:pt x="8518722" y="110925"/>
                  </a:lnTo>
                  <a:lnTo>
                    <a:pt x="8500794" y="73022"/>
                  </a:lnTo>
                  <a:lnTo>
                    <a:pt x="8472638" y="41954"/>
                  </a:lnTo>
                  <a:lnTo>
                    <a:pt x="8436674" y="20400"/>
                  </a:lnTo>
                  <a:lnTo>
                    <a:pt x="8396002" y="10211"/>
                  </a:lnTo>
                  <a:lnTo>
                    <a:pt x="8381999" y="9524"/>
                  </a:lnTo>
                  <a:lnTo>
                    <a:pt x="8434533" y="9524"/>
                  </a:lnTo>
                  <a:lnTo>
                    <a:pt x="8478633" y="34533"/>
                  </a:lnTo>
                  <a:lnTo>
                    <a:pt x="8508738" y="67715"/>
                  </a:lnTo>
                  <a:lnTo>
                    <a:pt x="8527873" y="108226"/>
                  </a:lnTo>
                  <a:lnTo>
                    <a:pt x="8534399" y="152399"/>
                  </a:lnTo>
                  <a:lnTo>
                    <a:pt x="8534399" y="933449"/>
                  </a:lnTo>
                  <a:lnTo>
                    <a:pt x="8533723" y="947454"/>
                  </a:lnTo>
                  <a:lnTo>
                    <a:pt x="8522797" y="991770"/>
                  </a:lnTo>
                  <a:lnTo>
                    <a:pt x="8499865" y="1030084"/>
                  </a:lnTo>
                  <a:lnTo>
                    <a:pt x="8466683" y="1060189"/>
                  </a:lnTo>
                  <a:lnTo>
                    <a:pt x="8440319" y="1074249"/>
                  </a:lnTo>
                  <a:lnTo>
                    <a:pt x="8434533" y="1076324"/>
                  </a:lnTo>
                  <a:close/>
                </a:path>
              </a:pathLst>
            </a:custGeom>
            <a:solidFill>
              <a:srgbClr val="4A5462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52724" y="4429124"/>
              <a:ext cx="609599" cy="60959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933699" y="4633912"/>
              <a:ext cx="257175" cy="200025"/>
            </a:xfrm>
            <a:custGeom>
              <a:avLst/>
              <a:gdLst/>
              <a:ahLst/>
              <a:cxnLst/>
              <a:rect l="l" t="t" r="r" b="b"/>
              <a:pathLst>
                <a:path w="257175" h="200025">
                  <a:moveTo>
                    <a:pt x="164306" y="200025"/>
                  </a:moveTo>
                  <a:lnTo>
                    <a:pt x="121443" y="200025"/>
                  </a:lnTo>
                  <a:lnTo>
                    <a:pt x="113103" y="198340"/>
                  </a:lnTo>
                  <a:lnTo>
                    <a:pt x="106291" y="193746"/>
                  </a:lnTo>
                  <a:lnTo>
                    <a:pt x="101697" y="186933"/>
                  </a:lnTo>
                  <a:lnTo>
                    <a:pt x="100012" y="178593"/>
                  </a:lnTo>
                  <a:lnTo>
                    <a:pt x="100012" y="134972"/>
                  </a:lnTo>
                  <a:lnTo>
                    <a:pt x="100057" y="134213"/>
                  </a:lnTo>
                  <a:lnTo>
                    <a:pt x="100146" y="133498"/>
                  </a:lnTo>
                  <a:lnTo>
                    <a:pt x="64293" y="85725"/>
                  </a:lnTo>
                  <a:lnTo>
                    <a:pt x="21431" y="85725"/>
                  </a:lnTo>
                  <a:lnTo>
                    <a:pt x="13091" y="84040"/>
                  </a:lnTo>
                  <a:lnTo>
                    <a:pt x="6278" y="79446"/>
                  </a:lnTo>
                  <a:lnTo>
                    <a:pt x="1684" y="72633"/>
                  </a:lnTo>
                  <a:lnTo>
                    <a:pt x="0" y="64293"/>
                  </a:lnTo>
                  <a:lnTo>
                    <a:pt x="0" y="21431"/>
                  </a:lnTo>
                  <a:lnTo>
                    <a:pt x="1684" y="13091"/>
                  </a:lnTo>
                  <a:lnTo>
                    <a:pt x="6278" y="6278"/>
                  </a:lnTo>
                  <a:lnTo>
                    <a:pt x="13091" y="1684"/>
                  </a:lnTo>
                  <a:lnTo>
                    <a:pt x="21431" y="0"/>
                  </a:lnTo>
                  <a:lnTo>
                    <a:pt x="64293" y="0"/>
                  </a:lnTo>
                  <a:lnTo>
                    <a:pt x="72633" y="1684"/>
                  </a:lnTo>
                  <a:lnTo>
                    <a:pt x="79446" y="6278"/>
                  </a:lnTo>
                  <a:lnTo>
                    <a:pt x="84040" y="13091"/>
                  </a:lnTo>
                  <a:lnTo>
                    <a:pt x="85725" y="21431"/>
                  </a:lnTo>
                  <a:lnTo>
                    <a:pt x="85725" y="28575"/>
                  </a:lnTo>
                  <a:lnTo>
                    <a:pt x="171450" y="28575"/>
                  </a:lnTo>
                  <a:lnTo>
                    <a:pt x="171450" y="21431"/>
                  </a:lnTo>
                  <a:lnTo>
                    <a:pt x="173134" y="13091"/>
                  </a:lnTo>
                  <a:lnTo>
                    <a:pt x="177728" y="6278"/>
                  </a:lnTo>
                  <a:lnTo>
                    <a:pt x="184541" y="1684"/>
                  </a:lnTo>
                  <a:lnTo>
                    <a:pt x="192881" y="0"/>
                  </a:lnTo>
                  <a:lnTo>
                    <a:pt x="235743" y="0"/>
                  </a:lnTo>
                  <a:lnTo>
                    <a:pt x="244083" y="1684"/>
                  </a:lnTo>
                  <a:lnTo>
                    <a:pt x="250896" y="6278"/>
                  </a:lnTo>
                  <a:lnTo>
                    <a:pt x="255490" y="13091"/>
                  </a:lnTo>
                  <a:lnTo>
                    <a:pt x="257175" y="21431"/>
                  </a:lnTo>
                  <a:lnTo>
                    <a:pt x="257175" y="64293"/>
                  </a:lnTo>
                  <a:lnTo>
                    <a:pt x="255490" y="72633"/>
                  </a:lnTo>
                  <a:lnTo>
                    <a:pt x="250896" y="79446"/>
                  </a:lnTo>
                  <a:lnTo>
                    <a:pt x="244083" y="84040"/>
                  </a:lnTo>
                  <a:lnTo>
                    <a:pt x="235743" y="85725"/>
                  </a:lnTo>
                  <a:lnTo>
                    <a:pt x="192881" y="85725"/>
                  </a:lnTo>
                  <a:lnTo>
                    <a:pt x="184541" y="84040"/>
                  </a:lnTo>
                  <a:lnTo>
                    <a:pt x="177728" y="79446"/>
                  </a:lnTo>
                  <a:lnTo>
                    <a:pt x="173134" y="72633"/>
                  </a:lnTo>
                  <a:lnTo>
                    <a:pt x="171450" y="64293"/>
                  </a:lnTo>
                  <a:lnTo>
                    <a:pt x="171450" y="57150"/>
                  </a:lnTo>
                  <a:lnTo>
                    <a:pt x="85725" y="57150"/>
                  </a:lnTo>
                  <a:lnTo>
                    <a:pt x="85725" y="65052"/>
                  </a:lnTo>
                  <a:lnTo>
                    <a:pt x="85680" y="65811"/>
                  </a:lnTo>
                  <a:lnTo>
                    <a:pt x="85591" y="66526"/>
                  </a:lnTo>
                  <a:lnTo>
                    <a:pt x="121443" y="114300"/>
                  </a:lnTo>
                  <a:lnTo>
                    <a:pt x="164306" y="114300"/>
                  </a:lnTo>
                  <a:lnTo>
                    <a:pt x="172646" y="115984"/>
                  </a:lnTo>
                  <a:lnTo>
                    <a:pt x="179458" y="120578"/>
                  </a:lnTo>
                  <a:lnTo>
                    <a:pt x="184052" y="127391"/>
                  </a:lnTo>
                  <a:lnTo>
                    <a:pt x="185737" y="135731"/>
                  </a:lnTo>
                  <a:lnTo>
                    <a:pt x="185737" y="178593"/>
                  </a:lnTo>
                  <a:lnTo>
                    <a:pt x="184052" y="186933"/>
                  </a:lnTo>
                  <a:lnTo>
                    <a:pt x="179458" y="193746"/>
                  </a:lnTo>
                  <a:lnTo>
                    <a:pt x="172646" y="198340"/>
                  </a:lnTo>
                  <a:lnTo>
                    <a:pt x="164306" y="200025"/>
                  </a:lnTo>
                  <a:close/>
                </a:path>
              </a:pathLst>
            </a:custGeom>
            <a:solidFill>
              <a:srgbClr val="33D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785752" y="3002199"/>
            <a:ext cx="2739390" cy="77660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spc="-409" dirty="0">
                <a:solidFill>
                  <a:srgbClr val="FFFFFF"/>
                </a:solidFill>
                <a:latin typeface="Dotum"/>
                <a:cs typeface="Dotum"/>
              </a:rPr>
              <a:t>테이블</a:t>
            </a:r>
            <a:r>
              <a:rPr sz="2050" spc="-225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sz="2050" spc="-409" dirty="0">
                <a:solidFill>
                  <a:srgbClr val="FFFFFF"/>
                </a:solidFill>
                <a:latin typeface="Dotum"/>
                <a:cs typeface="Dotum"/>
              </a:rPr>
              <a:t>소개</a:t>
            </a:r>
            <a:r>
              <a:rPr sz="2050" spc="-235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sz="2050" b="1" spc="-155" dirty="0">
                <a:solidFill>
                  <a:srgbClr val="FFFFFF"/>
                </a:solidFill>
                <a:latin typeface="Suisse Int'l Black"/>
                <a:cs typeface="Suisse Int'l Black"/>
              </a:rPr>
              <a:t>(</a:t>
            </a:r>
            <a:r>
              <a:rPr sz="2000" b="1" spc="-15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050" b="1" spc="-155" dirty="0">
                <a:solidFill>
                  <a:srgbClr val="FFFFFF"/>
                </a:solidFill>
                <a:latin typeface="Suisse Int'l Black"/>
                <a:cs typeface="Suisse Int'l Black"/>
              </a:rPr>
              <a:t>-</a:t>
            </a:r>
            <a:r>
              <a:rPr sz="2000" b="1" spc="-28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0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85" dirty="0">
                <a:solidFill>
                  <a:srgbClr val="FFFFFF"/>
                </a:solidFill>
                <a:latin typeface="Arial"/>
                <a:cs typeface="Arial"/>
              </a:rPr>
              <a:t>Diagram</a:t>
            </a:r>
            <a:r>
              <a:rPr sz="2050" b="1" spc="-85" dirty="0">
                <a:solidFill>
                  <a:srgbClr val="FFFFFF"/>
                </a:solidFill>
                <a:latin typeface="Suisse Int'l Black"/>
                <a:cs typeface="Suisse Int'l Black"/>
              </a:rPr>
              <a:t>)</a:t>
            </a:r>
            <a:endParaRPr sz="2050">
              <a:latin typeface="Suisse Int'l Black"/>
              <a:cs typeface="Suisse Int'l Black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150" spc="-190" dirty="0">
                <a:solidFill>
                  <a:srgbClr val="9CA2AF"/>
                </a:solidFill>
                <a:latin typeface="Dotum"/>
                <a:cs typeface="Dotum"/>
              </a:rPr>
              <a:t>데이터베이스</a:t>
            </a:r>
            <a:r>
              <a:rPr sz="1150" spc="-75" dirty="0">
                <a:solidFill>
                  <a:srgbClr val="9CA2AF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9CA2AF"/>
                </a:solidFill>
                <a:latin typeface="Dotum"/>
                <a:cs typeface="Dotum"/>
              </a:rPr>
              <a:t>구조</a:t>
            </a:r>
            <a:r>
              <a:rPr sz="1150" spc="-75" dirty="0">
                <a:solidFill>
                  <a:srgbClr val="9CA2AF"/>
                </a:solidFill>
                <a:latin typeface="Dotum"/>
                <a:cs typeface="Dotum"/>
              </a:rPr>
              <a:t> </a:t>
            </a:r>
            <a:r>
              <a:rPr sz="1150" spc="-185" dirty="0">
                <a:solidFill>
                  <a:srgbClr val="9CA2AF"/>
                </a:solidFill>
                <a:latin typeface="Dotum"/>
                <a:cs typeface="Dotum"/>
              </a:rPr>
              <a:t>및</a:t>
            </a:r>
            <a:r>
              <a:rPr sz="1150" spc="-70" dirty="0">
                <a:solidFill>
                  <a:srgbClr val="9CA2AF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9CA2AF"/>
                </a:solidFill>
                <a:latin typeface="Dotum"/>
                <a:cs typeface="Dotum"/>
              </a:rPr>
              <a:t>테이블</a:t>
            </a:r>
            <a:r>
              <a:rPr sz="1150" spc="-75" dirty="0">
                <a:solidFill>
                  <a:srgbClr val="9CA2AF"/>
                </a:solidFill>
                <a:latin typeface="Dotum"/>
                <a:cs typeface="Dotum"/>
              </a:rPr>
              <a:t> </a:t>
            </a:r>
            <a:r>
              <a:rPr sz="1150" spc="-25" dirty="0">
                <a:solidFill>
                  <a:srgbClr val="9CA2AF"/>
                </a:solidFill>
                <a:latin typeface="Dotum"/>
                <a:cs typeface="Dotum"/>
              </a:rPr>
              <a:t>관계도</a:t>
            </a:r>
            <a:endParaRPr sz="1150">
              <a:latin typeface="Dotum"/>
              <a:cs typeface="Dotum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274451" y="3268665"/>
            <a:ext cx="8059420" cy="457200"/>
            <a:chOff x="2066924" y="4505325"/>
            <a:chExt cx="8059420" cy="457200"/>
          </a:xfrm>
        </p:grpSpPr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47922" y="4666297"/>
              <a:ext cx="78075" cy="13525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66924" y="4505325"/>
              <a:ext cx="457199" cy="457199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2377093" y="3353479"/>
            <a:ext cx="252095" cy="23980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60" dirty="0">
                <a:solidFill>
                  <a:srgbClr val="FFFFFF"/>
                </a:solidFill>
                <a:latin typeface="Arial"/>
                <a:cs typeface="Arial"/>
              </a:rPr>
              <a:t>03</a:t>
            </a:r>
            <a:endParaRPr sz="145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036326" y="4268789"/>
            <a:ext cx="8534400" cy="1085850"/>
            <a:chOff x="1828799" y="5505449"/>
            <a:chExt cx="8534400" cy="1085850"/>
          </a:xfrm>
        </p:grpSpPr>
        <p:sp>
          <p:nvSpPr>
            <p:cNvPr id="35" name="object 35"/>
            <p:cNvSpPr/>
            <p:nvPr/>
          </p:nvSpPr>
          <p:spPr>
            <a:xfrm>
              <a:off x="1828799" y="5505449"/>
              <a:ext cx="8534400" cy="1085850"/>
            </a:xfrm>
            <a:custGeom>
              <a:avLst/>
              <a:gdLst/>
              <a:ahLst/>
              <a:cxnLst/>
              <a:rect l="l" t="t" r="r" b="b"/>
              <a:pathLst>
                <a:path w="8534400" h="1085850">
                  <a:moveTo>
                    <a:pt x="8381999" y="1085849"/>
                  </a:moveTo>
                  <a:lnTo>
                    <a:pt x="152399" y="1085849"/>
                  </a:lnTo>
                  <a:lnTo>
                    <a:pt x="137387" y="1085124"/>
                  </a:lnTo>
                  <a:lnTo>
                    <a:pt x="94079" y="1074249"/>
                  </a:lnTo>
                  <a:lnTo>
                    <a:pt x="55765" y="1051315"/>
                  </a:lnTo>
                  <a:lnTo>
                    <a:pt x="25660" y="1018134"/>
                  </a:lnTo>
                  <a:lnTo>
                    <a:pt x="6525" y="977623"/>
                  </a:lnTo>
                  <a:lnTo>
                    <a:pt x="0" y="933449"/>
                  </a:lnTo>
                  <a:lnTo>
                    <a:pt x="0" y="152399"/>
                  </a:lnTo>
                  <a:lnTo>
                    <a:pt x="6525" y="108226"/>
                  </a:lnTo>
                  <a:lnTo>
                    <a:pt x="25660" y="67715"/>
                  </a:lnTo>
                  <a:lnTo>
                    <a:pt x="55765" y="34533"/>
                  </a:lnTo>
                  <a:lnTo>
                    <a:pt x="94079" y="11600"/>
                  </a:lnTo>
                  <a:lnTo>
                    <a:pt x="137387" y="725"/>
                  </a:lnTo>
                  <a:lnTo>
                    <a:pt x="152399" y="0"/>
                  </a:lnTo>
                  <a:lnTo>
                    <a:pt x="8381999" y="0"/>
                  </a:lnTo>
                  <a:lnTo>
                    <a:pt x="8426171" y="6525"/>
                  </a:lnTo>
                  <a:lnTo>
                    <a:pt x="8466683" y="25660"/>
                  </a:lnTo>
                  <a:lnTo>
                    <a:pt x="8499864" y="55765"/>
                  </a:lnTo>
                  <a:lnTo>
                    <a:pt x="8522797" y="94079"/>
                  </a:lnTo>
                  <a:lnTo>
                    <a:pt x="8533673" y="137387"/>
                  </a:lnTo>
                  <a:lnTo>
                    <a:pt x="8534399" y="152399"/>
                  </a:lnTo>
                  <a:lnTo>
                    <a:pt x="8534399" y="933449"/>
                  </a:lnTo>
                  <a:lnTo>
                    <a:pt x="8527872" y="977623"/>
                  </a:lnTo>
                  <a:lnTo>
                    <a:pt x="8508738" y="1018134"/>
                  </a:lnTo>
                  <a:lnTo>
                    <a:pt x="8478633" y="1051315"/>
                  </a:lnTo>
                  <a:lnTo>
                    <a:pt x="8440319" y="1074249"/>
                  </a:lnTo>
                  <a:lnTo>
                    <a:pt x="8397011" y="1085124"/>
                  </a:lnTo>
                  <a:lnTo>
                    <a:pt x="8381999" y="1085849"/>
                  </a:lnTo>
                  <a:close/>
                </a:path>
              </a:pathLst>
            </a:custGeom>
            <a:solidFill>
              <a:srgbClr val="1F2937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6" name="object 36"/>
            <p:cNvSpPr/>
            <p:nvPr/>
          </p:nvSpPr>
          <p:spPr>
            <a:xfrm>
              <a:off x="1828799" y="5505449"/>
              <a:ext cx="8534400" cy="1085850"/>
            </a:xfrm>
            <a:custGeom>
              <a:avLst/>
              <a:gdLst/>
              <a:ahLst/>
              <a:cxnLst/>
              <a:rect l="l" t="t" r="r" b="b"/>
              <a:pathLst>
                <a:path w="8534400" h="1085850">
                  <a:moveTo>
                    <a:pt x="8381999" y="1085849"/>
                  </a:moveTo>
                  <a:lnTo>
                    <a:pt x="152399" y="1085849"/>
                  </a:lnTo>
                  <a:lnTo>
                    <a:pt x="137387" y="1085124"/>
                  </a:lnTo>
                  <a:lnTo>
                    <a:pt x="94079" y="1074249"/>
                  </a:lnTo>
                  <a:lnTo>
                    <a:pt x="55765" y="1051315"/>
                  </a:lnTo>
                  <a:lnTo>
                    <a:pt x="25660" y="1018134"/>
                  </a:lnTo>
                  <a:lnTo>
                    <a:pt x="6525" y="977623"/>
                  </a:lnTo>
                  <a:lnTo>
                    <a:pt x="0" y="933449"/>
                  </a:lnTo>
                  <a:lnTo>
                    <a:pt x="0" y="152399"/>
                  </a:lnTo>
                  <a:lnTo>
                    <a:pt x="676" y="138395"/>
                  </a:lnTo>
                  <a:lnTo>
                    <a:pt x="725" y="137387"/>
                  </a:lnTo>
                  <a:lnTo>
                    <a:pt x="11600" y="94079"/>
                  </a:lnTo>
                  <a:lnTo>
                    <a:pt x="34533" y="55765"/>
                  </a:lnTo>
                  <a:lnTo>
                    <a:pt x="67715" y="25660"/>
                  </a:lnTo>
                  <a:lnTo>
                    <a:pt x="108226" y="6525"/>
                  </a:lnTo>
                  <a:lnTo>
                    <a:pt x="152399" y="0"/>
                  </a:lnTo>
                  <a:lnTo>
                    <a:pt x="8381999" y="0"/>
                  </a:lnTo>
                  <a:lnTo>
                    <a:pt x="8397012" y="725"/>
                  </a:lnTo>
                  <a:lnTo>
                    <a:pt x="8411736" y="2900"/>
                  </a:lnTo>
                  <a:lnTo>
                    <a:pt x="8426172" y="6525"/>
                  </a:lnTo>
                  <a:lnTo>
                    <a:pt x="8434533" y="9524"/>
                  </a:lnTo>
                  <a:lnTo>
                    <a:pt x="152399" y="9524"/>
                  </a:lnTo>
                  <a:lnTo>
                    <a:pt x="145380" y="9696"/>
                  </a:lnTo>
                  <a:lnTo>
                    <a:pt x="104274" y="17873"/>
                  </a:lnTo>
                  <a:lnTo>
                    <a:pt x="67282" y="37646"/>
                  </a:lnTo>
                  <a:lnTo>
                    <a:pt x="37646" y="67282"/>
                  </a:lnTo>
                  <a:lnTo>
                    <a:pt x="17873" y="104274"/>
                  </a:lnTo>
                  <a:lnTo>
                    <a:pt x="9696" y="145380"/>
                  </a:lnTo>
                  <a:lnTo>
                    <a:pt x="9524" y="152399"/>
                  </a:lnTo>
                  <a:lnTo>
                    <a:pt x="9524" y="933449"/>
                  </a:lnTo>
                  <a:lnTo>
                    <a:pt x="15675" y="974924"/>
                  </a:lnTo>
                  <a:lnTo>
                    <a:pt x="33603" y="1012826"/>
                  </a:lnTo>
                  <a:lnTo>
                    <a:pt x="61759" y="1043894"/>
                  </a:lnTo>
                  <a:lnTo>
                    <a:pt x="97724" y="1065449"/>
                  </a:lnTo>
                  <a:lnTo>
                    <a:pt x="138395" y="1075638"/>
                  </a:lnTo>
                  <a:lnTo>
                    <a:pt x="152399" y="1076324"/>
                  </a:lnTo>
                  <a:lnTo>
                    <a:pt x="8434533" y="1076324"/>
                  </a:lnTo>
                  <a:lnTo>
                    <a:pt x="8426172" y="1079324"/>
                  </a:lnTo>
                  <a:lnTo>
                    <a:pt x="8411736" y="1082949"/>
                  </a:lnTo>
                  <a:lnTo>
                    <a:pt x="8397012" y="1085124"/>
                  </a:lnTo>
                  <a:lnTo>
                    <a:pt x="8381999" y="1085849"/>
                  </a:lnTo>
                  <a:close/>
                </a:path>
                <a:path w="8534400" h="1085850">
                  <a:moveTo>
                    <a:pt x="8434533" y="1076324"/>
                  </a:moveTo>
                  <a:lnTo>
                    <a:pt x="8381999" y="1076324"/>
                  </a:lnTo>
                  <a:lnTo>
                    <a:pt x="8389017" y="1076153"/>
                  </a:lnTo>
                  <a:lnTo>
                    <a:pt x="8396002" y="1075638"/>
                  </a:lnTo>
                  <a:lnTo>
                    <a:pt x="8436674" y="1065449"/>
                  </a:lnTo>
                  <a:lnTo>
                    <a:pt x="8472638" y="1043894"/>
                  </a:lnTo>
                  <a:lnTo>
                    <a:pt x="8500794" y="1012826"/>
                  </a:lnTo>
                  <a:lnTo>
                    <a:pt x="8518722" y="974924"/>
                  </a:lnTo>
                  <a:lnTo>
                    <a:pt x="8524874" y="933449"/>
                  </a:lnTo>
                  <a:lnTo>
                    <a:pt x="8524874" y="152399"/>
                  </a:lnTo>
                  <a:lnTo>
                    <a:pt x="8518722" y="110925"/>
                  </a:lnTo>
                  <a:lnTo>
                    <a:pt x="8500794" y="73022"/>
                  </a:lnTo>
                  <a:lnTo>
                    <a:pt x="8472638" y="41954"/>
                  </a:lnTo>
                  <a:lnTo>
                    <a:pt x="8436674" y="20400"/>
                  </a:lnTo>
                  <a:lnTo>
                    <a:pt x="8396002" y="10211"/>
                  </a:lnTo>
                  <a:lnTo>
                    <a:pt x="8381999" y="9524"/>
                  </a:lnTo>
                  <a:lnTo>
                    <a:pt x="8434533" y="9524"/>
                  </a:lnTo>
                  <a:lnTo>
                    <a:pt x="8478633" y="34533"/>
                  </a:lnTo>
                  <a:lnTo>
                    <a:pt x="8508738" y="67715"/>
                  </a:lnTo>
                  <a:lnTo>
                    <a:pt x="8527873" y="108226"/>
                  </a:lnTo>
                  <a:lnTo>
                    <a:pt x="8534399" y="152399"/>
                  </a:lnTo>
                  <a:lnTo>
                    <a:pt x="8534399" y="933449"/>
                  </a:lnTo>
                  <a:lnTo>
                    <a:pt x="8533723" y="947454"/>
                  </a:lnTo>
                  <a:lnTo>
                    <a:pt x="8522797" y="991770"/>
                  </a:lnTo>
                  <a:lnTo>
                    <a:pt x="8499865" y="1030084"/>
                  </a:lnTo>
                  <a:lnTo>
                    <a:pt x="8466683" y="1060189"/>
                  </a:lnTo>
                  <a:lnTo>
                    <a:pt x="8440319" y="1074249"/>
                  </a:lnTo>
                  <a:lnTo>
                    <a:pt x="8434533" y="1076324"/>
                  </a:lnTo>
                  <a:close/>
                </a:path>
              </a:pathLst>
            </a:custGeom>
            <a:solidFill>
              <a:srgbClr val="4A5462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752724" y="5743574"/>
              <a:ext cx="609599" cy="609599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2913265" y="5932422"/>
              <a:ext cx="288925" cy="232410"/>
            </a:xfrm>
            <a:custGeom>
              <a:avLst/>
              <a:gdLst/>
              <a:ahLst/>
              <a:cxnLst/>
              <a:rect l="l" t="t" r="r" b="b"/>
              <a:pathLst>
                <a:path w="288925" h="232410">
                  <a:moveTo>
                    <a:pt x="119345" y="231903"/>
                  </a:moveTo>
                  <a:lnTo>
                    <a:pt x="104009" y="227483"/>
                  </a:lnTo>
                  <a:lnTo>
                    <a:pt x="104139" y="227483"/>
                  </a:lnTo>
                  <a:lnTo>
                    <a:pt x="99744" y="219625"/>
                  </a:lnTo>
                  <a:lnTo>
                    <a:pt x="101932" y="212035"/>
                  </a:lnTo>
                  <a:lnTo>
                    <a:pt x="159005" y="12278"/>
                  </a:lnTo>
                  <a:lnTo>
                    <a:pt x="161349" y="4375"/>
                  </a:lnTo>
                  <a:lnTo>
                    <a:pt x="169172" y="0"/>
                  </a:lnTo>
                  <a:lnTo>
                    <a:pt x="184353" y="4375"/>
                  </a:lnTo>
                  <a:lnTo>
                    <a:pt x="188773" y="12278"/>
                  </a:lnTo>
                  <a:lnTo>
                    <a:pt x="186585" y="19868"/>
                  </a:lnTo>
                  <a:lnTo>
                    <a:pt x="129512" y="219625"/>
                  </a:lnTo>
                  <a:lnTo>
                    <a:pt x="127248" y="227483"/>
                  </a:lnTo>
                  <a:lnTo>
                    <a:pt x="119345" y="231903"/>
                  </a:lnTo>
                  <a:close/>
                </a:path>
                <a:path w="288925" h="232410">
                  <a:moveTo>
                    <a:pt x="227349" y="181674"/>
                  </a:moveTo>
                  <a:lnTo>
                    <a:pt x="218286" y="181674"/>
                  </a:lnTo>
                  <a:lnTo>
                    <a:pt x="207124" y="170512"/>
                  </a:lnTo>
                  <a:lnTo>
                    <a:pt x="207124" y="161448"/>
                  </a:lnTo>
                  <a:lnTo>
                    <a:pt x="252620" y="115951"/>
                  </a:lnTo>
                  <a:lnTo>
                    <a:pt x="207168" y="70455"/>
                  </a:lnTo>
                  <a:lnTo>
                    <a:pt x="207168" y="61391"/>
                  </a:lnTo>
                  <a:lnTo>
                    <a:pt x="218286" y="50274"/>
                  </a:lnTo>
                  <a:lnTo>
                    <a:pt x="227349" y="50274"/>
                  </a:lnTo>
                  <a:lnTo>
                    <a:pt x="288518" y="111442"/>
                  </a:lnTo>
                  <a:lnTo>
                    <a:pt x="288518" y="120506"/>
                  </a:lnTo>
                  <a:lnTo>
                    <a:pt x="227349" y="181674"/>
                  </a:lnTo>
                  <a:close/>
                </a:path>
                <a:path w="288925" h="232410">
                  <a:moveTo>
                    <a:pt x="70231" y="181629"/>
                  </a:moveTo>
                  <a:lnTo>
                    <a:pt x="61168" y="181629"/>
                  </a:lnTo>
                  <a:lnTo>
                    <a:pt x="0" y="120461"/>
                  </a:lnTo>
                  <a:lnTo>
                    <a:pt x="0" y="111397"/>
                  </a:lnTo>
                  <a:lnTo>
                    <a:pt x="61168" y="50229"/>
                  </a:lnTo>
                  <a:lnTo>
                    <a:pt x="70231" y="50229"/>
                  </a:lnTo>
                  <a:lnTo>
                    <a:pt x="81394" y="61391"/>
                  </a:lnTo>
                  <a:lnTo>
                    <a:pt x="81394" y="70455"/>
                  </a:lnTo>
                  <a:lnTo>
                    <a:pt x="35897" y="115951"/>
                  </a:lnTo>
                  <a:lnTo>
                    <a:pt x="81394" y="161404"/>
                  </a:lnTo>
                  <a:lnTo>
                    <a:pt x="81394" y="170467"/>
                  </a:lnTo>
                  <a:lnTo>
                    <a:pt x="70231" y="181629"/>
                  </a:lnTo>
                  <a:close/>
                </a:path>
              </a:pathLst>
            </a:custGeom>
            <a:solidFill>
              <a:srgbClr val="FAB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3785751" y="4319603"/>
            <a:ext cx="1984375" cy="771365"/>
          </a:xfrm>
          <a:prstGeom prst="rect">
            <a:avLst/>
          </a:prstGeom>
        </p:spPr>
        <p:txBody>
          <a:bodyPr vert="horz" wrap="square" lIns="0" tIns="174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sz="2000" b="1" spc="-20" dirty="0" err="1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2050" spc="-20" dirty="0" err="1">
                <a:solidFill>
                  <a:srgbClr val="FFFFFF"/>
                </a:solidFill>
                <a:latin typeface="Dotum"/>
                <a:cs typeface="Dotum"/>
              </a:rPr>
              <a:t>문</a:t>
            </a:r>
            <a:endParaRPr lang="en-US" sz="2050" spc="-20" dirty="0">
              <a:solidFill>
                <a:srgbClr val="FFFFFF"/>
              </a:solidFill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lang="en-US" sz="1150" spc="-190" dirty="0">
                <a:solidFill>
                  <a:srgbClr val="9CA2AF"/>
                </a:solidFill>
                <a:latin typeface="Dotum"/>
                <a:cs typeface="Dotum"/>
              </a:rPr>
              <a:t>S e l e c t , I n s e r t , d e l e t e , u p d a t e</a:t>
            </a:r>
            <a:endParaRPr lang="en-US" sz="1150" dirty="0">
              <a:latin typeface="Dotum"/>
              <a:cs typeface="Dotum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2274451" y="4583114"/>
            <a:ext cx="8059420" cy="457200"/>
            <a:chOff x="2066924" y="5819774"/>
            <a:chExt cx="8059420" cy="457200"/>
          </a:xfrm>
        </p:grpSpPr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47922" y="5980747"/>
              <a:ext cx="78075" cy="135254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066924" y="5819774"/>
              <a:ext cx="457199" cy="457199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2374563" y="4667929"/>
            <a:ext cx="257175" cy="23980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80" dirty="0">
                <a:solidFill>
                  <a:srgbClr val="FFFFFF"/>
                </a:solidFill>
                <a:latin typeface="Arial"/>
                <a:cs typeface="Arial"/>
              </a:rPr>
              <a:t>04</a:t>
            </a:r>
            <a:endParaRPr sz="145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2036326" y="5583240"/>
            <a:ext cx="8534400" cy="1085850"/>
            <a:chOff x="1828799" y="6819900"/>
            <a:chExt cx="8534400" cy="1085850"/>
          </a:xfrm>
        </p:grpSpPr>
        <p:sp>
          <p:nvSpPr>
            <p:cNvPr id="45" name="object 45"/>
            <p:cNvSpPr/>
            <p:nvPr/>
          </p:nvSpPr>
          <p:spPr>
            <a:xfrm>
              <a:off x="1828799" y="6819900"/>
              <a:ext cx="8534400" cy="1085850"/>
            </a:xfrm>
            <a:custGeom>
              <a:avLst/>
              <a:gdLst/>
              <a:ahLst/>
              <a:cxnLst/>
              <a:rect l="l" t="t" r="r" b="b"/>
              <a:pathLst>
                <a:path w="8534400" h="1085850">
                  <a:moveTo>
                    <a:pt x="8381999" y="1085849"/>
                  </a:moveTo>
                  <a:lnTo>
                    <a:pt x="152399" y="1085849"/>
                  </a:lnTo>
                  <a:lnTo>
                    <a:pt x="137387" y="1085124"/>
                  </a:lnTo>
                  <a:lnTo>
                    <a:pt x="94079" y="1074249"/>
                  </a:lnTo>
                  <a:lnTo>
                    <a:pt x="55765" y="1051316"/>
                  </a:lnTo>
                  <a:lnTo>
                    <a:pt x="25660" y="1018134"/>
                  </a:lnTo>
                  <a:lnTo>
                    <a:pt x="6525" y="977623"/>
                  </a:lnTo>
                  <a:lnTo>
                    <a:pt x="0" y="933449"/>
                  </a:lnTo>
                  <a:lnTo>
                    <a:pt x="0" y="152399"/>
                  </a:lnTo>
                  <a:lnTo>
                    <a:pt x="6525" y="108226"/>
                  </a:lnTo>
                  <a:lnTo>
                    <a:pt x="25660" y="67715"/>
                  </a:lnTo>
                  <a:lnTo>
                    <a:pt x="55765" y="34533"/>
                  </a:lnTo>
                  <a:lnTo>
                    <a:pt x="94079" y="11600"/>
                  </a:lnTo>
                  <a:lnTo>
                    <a:pt x="137387" y="725"/>
                  </a:lnTo>
                  <a:lnTo>
                    <a:pt x="152399" y="0"/>
                  </a:lnTo>
                  <a:lnTo>
                    <a:pt x="8381999" y="0"/>
                  </a:lnTo>
                  <a:lnTo>
                    <a:pt x="8426171" y="6525"/>
                  </a:lnTo>
                  <a:lnTo>
                    <a:pt x="8466683" y="25660"/>
                  </a:lnTo>
                  <a:lnTo>
                    <a:pt x="8499864" y="55765"/>
                  </a:lnTo>
                  <a:lnTo>
                    <a:pt x="8522797" y="94079"/>
                  </a:lnTo>
                  <a:lnTo>
                    <a:pt x="8533673" y="137387"/>
                  </a:lnTo>
                  <a:lnTo>
                    <a:pt x="8534399" y="152399"/>
                  </a:lnTo>
                  <a:lnTo>
                    <a:pt x="8534399" y="933449"/>
                  </a:lnTo>
                  <a:lnTo>
                    <a:pt x="8527872" y="977623"/>
                  </a:lnTo>
                  <a:lnTo>
                    <a:pt x="8508738" y="1018134"/>
                  </a:lnTo>
                  <a:lnTo>
                    <a:pt x="8478633" y="1051316"/>
                  </a:lnTo>
                  <a:lnTo>
                    <a:pt x="8440319" y="1074249"/>
                  </a:lnTo>
                  <a:lnTo>
                    <a:pt x="8397011" y="1085124"/>
                  </a:lnTo>
                  <a:lnTo>
                    <a:pt x="8381999" y="1085849"/>
                  </a:lnTo>
                  <a:close/>
                </a:path>
              </a:pathLst>
            </a:custGeom>
            <a:solidFill>
              <a:srgbClr val="1F2937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6" name="object 46"/>
            <p:cNvSpPr/>
            <p:nvPr/>
          </p:nvSpPr>
          <p:spPr>
            <a:xfrm>
              <a:off x="1828799" y="6819900"/>
              <a:ext cx="8534400" cy="1085850"/>
            </a:xfrm>
            <a:custGeom>
              <a:avLst/>
              <a:gdLst/>
              <a:ahLst/>
              <a:cxnLst/>
              <a:rect l="l" t="t" r="r" b="b"/>
              <a:pathLst>
                <a:path w="8534400" h="1085850">
                  <a:moveTo>
                    <a:pt x="8381999" y="1085849"/>
                  </a:moveTo>
                  <a:lnTo>
                    <a:pt x="152399" y="1085849"/>
                  </a:lnTo>
                  <a:lnTo>
                    <a:pt x="137387" y="1085124"/>
                  </a:lnTo>
                  <a:lnTo>
                    <a:pt x="94079" y="1074249"/>
                  </a:lnTo>
                  <a:lnTo>
                    <a:pt x="55765" y="1051316"/>
                  </a:lnTo>
                  <a:lnTo>
                    <a:pt x="25660" y="1018134"/>
                  </a:lnTo>
                  <a:lnTo>
                    <a:pt x="6525" y="977623"/>
                  </a:lnTo>
                  <a:lnTo>
                    <a:pt x="0" y="933449"/>
                  </a:lnTo>
                  <a:lnTo>
                    <a:pt x="0" y="152399"/>
                  </a:lnTo>
                  <a:lnTo>
                    <a:pt x="6525" y="108226"/>
                  </a:lnTo>
                  <a:lnTo>
                    <a:pt x="25660" y="67715"/>
                  </a:lnTo>
                  <a:lnTo>
                    <a:pt x="55765" y="34533"/>
                  </a:lnTo>
                  <a:lnTo>
                    <a:pt x="94079" y="11600"/>
                  </a:lnTo>
                  <a:lnTo>
                    <a:pt x="137387" y="725"/>
                  </a:lnTo>
                  <a:lnTo>
                    <a:pt x="152399" y="0"/>
                  </a:lnTo>
                  <a:lnTo>
                    <a:pt x="8381999" y="0"/>
                  </a:lnTo>
                  <a:lnTo>
                    <a:pt x="8397012" y="725"/>
                  </a:lnTo>
                  <a:lnTo>
                    <a:pt x="8411736" y="2900"/>
                  </a:lnTo>
                  <a:lnTo>
                    <a:pt x="8426172" y="6525"/>
                  </a:lnTo>
                  <a:lnTo>
                    <a:pt x="8434533" y="9524"/>
                  </a:lnTo>
                  <a:lnTo>
                    <a:pt x="152399" y="9524"/>
                  </a:lnTo>
                  <a:lnTo>
                    <a:pt x="145380" y="9696"/>
                  </a:lnTo>
                  <a:lnTo>
                    <a:pt x="104274" y="17873"/>
                  </a:lnTo>
                  <a:lnTo>
                    <a:pt x="67282" y="37646"/>
                  </a:lnTo>
                  <a:lnTo>
                    <a:pt x="37646" y="67282"/>
                  </a:lnTo>
                  <a:lnTo>
                    <a:pt x="17873" y="104274"/>
                  </a:lnTo>
                  <a:lnTo>
                    <a:pt x="9696" y="145380"/>
                  </a:lnTo>
                  <a:lnTo>
                    <a:pt x="9524" y="152399"/>
                  </a:lnTo>
                  <a:lnTo>
                    <a:pt x="9524" y="933449"/>
                  </a:lnTo>
                  <a:lnTo>
                    <a:pt x="15675" y="974924"/>
                  </a:lnTo>
                  <a:lnTo>
                    <a:pt x="33603" y="1012826"/>
                  </a:lnTo>
                  <a:lnTo>
                    <a:pt x="61759" y="1043894"/>
                  </a:lnTo>
                  <a:lnTo>
                    <a:pt x="97724" y="1065449"/>
                  </a:lnTo>
                  <a:lnTo>
                    <a:pt x="138395" y="1075638"/>
                  </a:lnTo>
                  <a:lnTo>
                    <a:pt x="152399" y="1076324"/>
                  </a:lnTo>
                  <a:lnTo>
                    <a:pt x="8434533" y="1076324"/>
                  </a:lnTo>
                  <a:lnTo>
                    <a:pt x="8426172" y="1079324"/>
                  </a:lnTo>
                  <a:lnTo>
                    <a:pt x="8411736" y="1082949"/>
                  </a:lnTo>
                  <a:lnTo>
                    <a:pt x="8397012" y="1085124"/>
                  </a:lnTo>
                  <a:lnTo>
                    <a:pt x="8381999" y="1085849"/>
                  </a:lnTo>
                  <a:close/>
                </a:path>
                <a:path w="8534400" h="1085850">
                  <a:moveTo>
                    <a:pt x="8434533" y="1076324"/>
                  </a:moveTo>
                  <a:lnTo>
                    <a:pt x="8381999" y="1076324"/>
                  </a:lnTo>
                  <a:lnTo>
                    <a:pt x="8389017" y="1076153"/>
                  </a:lnTo>
                  <a:lnTo>
                    <a:pt x="8396002" y="1075638"/>
                  </a:lnTo>
                  <a:lnTo>
                    <a:pt x="8436674" y="1065449"/>
                  </a:lnTo>
                  <a:lnTo>
                    <a:pt x="8472638" y="1043894"/>
                  </a:lnTo>
                  <a:lnTo>
                    <a:pt x="8500794" y="1012826"/>
                  </a:lnTo>
                  <a:lnTo>
                    <a:pt x="8518722" y="974924"/>
                  </a:lnTo>
                  <a:lnTo>
                    <a:pt x="8524874" y="933449"/>
                  </a:lnTo>
                  <a:lnTo>
                    <a:pt x="8524874" y="152399"/>
                  </a:lnTo>
                  <a:lnTo>
                    <a:pt x="8518722" y="110925"/>
                  </a:lnTo>
                  <a:lnTo>
                    <a:pt x="8500794" y="73022"/>
                  </a:lnTo>
                  <a:lnTo>
                    <a:pt x="8472638" y="41954"/>
                  </a:lnTo>
                  <a:lnTo>
                    <a:pt x="8436674" y="20400"/>
                  </a:lnTo>
                  <a:lnTo>
                    <a:pt x="8396002" y="10211"/>
                  </a:lnTo>
                  <a:lnTo>
                    <a:pt x="8381999" y="9524"/>
                  </a:lnTo>
                  <a:lnTo>
                    <a:pt x="8434533" y="9524"/>
                  </a:lnTo>
                  <a:lnTo>
                    <a:pt x="8478633" y="34533"/>
                  </a:lnTo>
                  <a:lnTo>
                    <a:pt x="8508738" y="67715"/>
                  </a:lnTo>
                  <a:lnTo>
                    <a:pt x="8527873" y="108226"/>
                  </a:lnTo>
                  <a:lnTo>
                    <a:pt x="8534399" y="152399"/>
                  </a:lnTo>
                  <a:lnTo>
                    <a:pt x="8534399" y="933449"/>
                  </a:lnTo>
                  <a:lnTo>
                    <a:pt x="8533722" y="947454"/>
                  </a:lnTo>
                  <a:lnTo>
                    <a:pt x="8522797" y="991770"/>
                  </a:lnTo>
                  <a:lnTo>
                    <a:pt x="8499865" y="1030084"/>
                  </a:lnTo>
                  <a:lnTo>
                    <a:pt x="8466683" y="1060189"/>
                  </a:lnTo>
                  <a:lnTo>
                    <a:pt x="8440319" y="1074249"/>
                  </a:lnTo>
                  <a:lnTo>
                    <a:pt x="8434533" y="1076324"/>
                  </a:lnTo>
                  <a:close/>
                </a:path>
              </a:pathLst>
            </a:custGeom>
            <a:solidFill>
              <a:srgbClr val="4A5462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52724" y="7058024"/>
              <a:ext cx="609599" cy="609599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2914649" y="7248525"/>
              <a:ext cx="285750" cy="228600"/>
            </a:xfrm>
            <a:custGeom>
              <a:avLst/>
              <a:gdLst/>
              <a:ahLst/>
              <a:cxnLst/>
              <a:rect l="l" t="t" r="r" b="b"/>
              <a:pathLst>
                <a:path w="285750" h="228600">
                  <a:moveTo>
                    <a:pt x="69030" y="71437"/>
                  </a:moveTo>
                  <a:lnTo>
                    <a:pt x="59557" y="71437"/>
                  </a:lnTo>
                  <a:lnTo>
                    <a:pt x="55000" y="70531"/>
                  </a:lnTo>
                  <a:lnTo>
                    <a:pt x="28574" y="40455"/>
                  </a:lnTo>
                  <a:lnTo>
                    <a:pt x="28574" y="30982"/>
                  </a:lnTo>
                  <a:lnTo>
                    <a:pt x="55000" y="906"/>
                  </a:lnTo>
                  <a:lnTo>
                    <a:pt x="59557" y="0"/>
                  </a:lnTo>
                  <a:lnTo>
                    <a:pt x="69030" y="0"/>
                  </a:lnTo>
                  <a:lnTo>
                    <a:pt x="99106" y="26425"/>
                  </a:lnTo>
                  <a:lnTo>
                    <a:pt x="100012" y="30982"/>
                  </a:lnTo>
                  <a:lnTo>
                    <a:pt x="100012" y="40455"/>
                  </a:lnTo>
                  <a:lnTo>
                    <a:pt x="73586" y="70531"/>
                  </a:lnTo>
                  <a:lnTo>
                    <a:pt x="69030" y="71437"/>
                  </a:lnTo>
                  <a:close/>
                </a:path>
                <a:path w="285750" h="228600">
                  <a:moveTo>
                    <a:pt x="233336" y="71437"/>
                  </a:moveTo>
                  <a:lnTo>
                    <a:pt x="223863" y="71437"/>
                  </a:lnTo>
                  <a:lnTo>
                    <a:pt x="219307" y="70531"/>
                  </a:lnTo>
                  <a:lnTo>
                    <a:pt x="192881" y="40455"/>
                  </a:lnTo>
                  <a:lnTo>
                    <a:pt x="192881" y="30982"/>
                  </a:lnTo>
                  <a:lnTo>
                    <a:pt x="219307" y="906"/>
                  </a:lnTo>
                  <a:lnTo>
                    <a:pt x="223863" y="0"/>
                  </a:lnTo>
                  <a:lnTo>
                    <a:pt x="233336" y="0"/>
                  </a:lnTo>
                  <a:lnTo>
                    <a:pt x="263412" y="26425"/>
                  </a:lnTo>
                  <a:lnTo>
                    <a:pt x="264318" y="30982"/>
                  </a:lnTo>
                  <a:lnTo>
                    <a:pt x="264318" y="40455"/>
                  </a:lnTo>
                  <a:lnTo>
                    <a:pt x="237892" y="70531"/>
                  </a:lnTo>
                  <a:lnTo>
                    <a:pt x="233336" y="71437"/>
                  </a:lnTo>
                  <a:close/>
                </a:path>
                <a:path w="285750" h="228600">
                  <a:moveTo>
                    <a:pt x="148558" y="142874"/>
                  </a:moveTo>
                  <a:lnTo>
                    <a:pt x="137191" y="142874"/>
                  </a:lnTo>
                  <a:lnTo>
                    <a:pt x="131723" y="141787"/>
                  </a:lnTo>
                  <a:lnTo>
                    <a:pt x="101100" y="111164"/>
                  </a:lnTo>
                  <a:lnTo>
                    <a:pt x="100012" y="105696"/>
                  </a:lnTo>
                  <a:lnTo>
                    <a:pt x="100012" y="94328"/>
                  </a:lnTo>
                  <a:lnTo>
                    <a:pt x="100862" y="90055"/>
                  </a:lnTo>
                  <a:lnTo>
                    <a:pt x="100978" y="89470"/>
                  </a:lnTo>
                  <a:lnTo>
                    <a:pt x="131723" y="58237"/>
                  </a:lnTo>
                  <a:lnTo>
                    <a:pt x="137191" y="57150"/>
                  </a:lnTo>
                  <a:lnTo>
                    <a:pt x="148558" y="57150"/>
                  </a:lnTo>
                  <a:lnTo>
                    <a:pt x="180299" y="78358"/>
                  </a:lnTo>
                  <a:lnTo>
                    <a:pt x="185737" y="94328"/>
                  </a:lnTo>
                  <a:lnTo>
                    <a:pt x="185737" y="105696"/>
                  </a:lnTo>
                  <a:lnTo>
                    <a:pt x="164528" y="137437"/>
                  </a:lnTo>
                  <a:lnTo>
                    <a:pt x="154026" y="141787"/>
                  </a:lnTo>
                  <a:lnTo>
                    <a:pt x="148558" y="142874"/>
                  </a:lnTo>
                  <a:close/>
                </a:path>
                <a:path w="285750" h="228600">
                  <a:moveTo>
                    <a:pt x="105102" y="142874"/>
                  </a:moveTo>
                  <a:lnTo>
                    <a:pt x="4286" y="142874"/>
                  </a:lnTo>
                  <a:lnTo>
                    <a:pt x="0" y="138588"/>
                  </a:lnTo>
                  <a:lnTo>
                    <a:pt x="0" y="133364"/>
                  </a:lnTo>
                  <a:lnTo>
                    <a:pt x="3745" y="114826"/>
                  </a:lnTo>
                  <a:lnTo>
                    <a:pt x="13958" y="99683"/>
                  </a:lnTo>
                  <a:lnTo>
                    <a:pt x="29101" y="89470"/>
                  </a:lnTo>
                  <a:lnTo>
                    <a:pt x="47639" y="85725"/>
                  </a:lnTo>
                  <a:lnTo>
                    <a:pt x="73803" y="85725"/>
                  </a:lnTo>
                  <a:lnTo>
                    <a:pt x="80353" y="87243"/>
                  </a:lnTo>
                  <a:lnTo>
                    <a:pt x="83996" y="88860"/>
                  </a:lnTo>
                  <a:lnTo>
                    <a:pt x="86617" y="90055"/>
                  </a:lnTo>
                  <a:lnTo>
                    <a:pt x="86037" y="93270"/>
                  </a:lnTo>
                  <a:lnTo>
                    <a:pt x="85769" y="96619"/>
                  </a:lnTo>
                  <a:lnTo>
                    <a:pt x="85769" y="100012"/>
                  </a:lnTo>
                  <a:lnTo>
                    <a:pt x="87126" y="112429"/>
                  </a:lnTo>
                  <a:lnTo>
                    <a:pt x="90999" y="123904"/>
                  </a:lnTo>
                  <a:lnTo>
                    <a:pt x="97090" y="134149"/>
                  </a:lnTo>
                  <a:lnTo>
                    <a:pt x="105102" y="142874"/>
                  </a:lnTo>
                  <a:close/>
                </a:path>
                <a:path w="285750" h="228600">
                  <a:moveTo>
                    <a:pt x="281463" y="142874"/>
                  </a:moveTo>
                  <a:lnTo>
                    <a:pt x="180647" y="142874"/>
                  </a:lnTo>
                  <a:lnTo>
                    <a:pt x="188678" y="134149"/>
                  </a:lnTo>
                  <a:lnTo>
                    <a:pt x="194767" y="123904"/>
                  </a:lnTo>
                  <a:lnTo>
                    <a:pt x="198629" y="112429"/>
                  </a:lnTo>
                  <a:lnTo>
                    <a:pt x="199980" y="100012"/>
                  </a:lnTo>
                  <a:lnTo>
                    <a:pt x="199980" y="96619"/>
                  </a:lnTo>
                  <a:lnTo>
                    <a:pt x="199763" y="94328"/>
                  </a:lnTo>
                  <a:lnTo>
                    <a:pt x="199660" y="93270"/>
                  </a:lnTo>
                  <a:lnTo>
                    <a:pt x="199132" y="90055"/>
                  </a:lnTo>
                  <a:lnTo>
                    <a:pt x="205204" y="87243"/>
                  </a:lnTo>
                  <a:lnTo>
                    <a:pt x="211946" y="85725"/>
                  </a:lnTo>
                  <a:lnTo>
                    <a:pt x="238110" y="85725"/>
                  </a:lnTo>
                  <a:lnTo>
                    <a:pt x="256648" y="89470"/>
                  </a:lnTo>
                  <a:lnTo>
                    <a:pt x="271791" y="99683"/>
                  </a:lnTo>
                  <a:lnTo>
                    <a:pt x="282004" y="114826"/>
                  </a:lnTo>
                  <a:lnTo>
                    <a:pt x="285750" y="133364"/>
                  </a:lnTo>
                  <a:lnTo>
                    <a:pt x="285750" y="138588"/>
                  </a:lnTo>
                  <a:lnTo>
                    <a:pt x="281463" y="142874"/>
                  </a:lnTo>
                  <a:close/>
                </a:path>
                <a:path w="285750" h="228600">
                  <a:moveTo>
                    <a:pt x="223286" y="228600"/>
                  </a:moveTo>
                  <a:lnTo>
                    <a:pt x="62507" y="228600"/>
                  </a:lnTo>
                  <a:lnTo>
                    <a:pt x="57150" y="223242"/>
                  </a:lnTo>
                  <a:lnTo>
                    <a:pt x="57150" y="216678"/>
                  </a:lnTo>
                  <a:lnTo>
                    <a:pt x="61828" y="193516"/>
                  </a:lnTo>
                  <a:lnTo>
                    <a:pt x="74585" y="174597"/>
                  </a:lnTo>
                  <a:lnTo>
                    <a:pt x="93503" y="161840"/>
                  </a:lnTo>
                  <a:lnTo>
                    <a:pt x="116666" y="157162"/>
                  </a:lnTo>
                  <a:lnTo>
                    <a:pt x="169083" y="157162"/>
                  </a:lnTo>
                  <a:lnTo>
                    <a:pt x="192246" y="161840"/>
                  </a:lnTo>
                  <a:lnTo>
                    <a:pt x="211164" y="174597"/>
                  </a:lnTo>
                  <a:lnTo>
                    <a:pt x="223921" y="193516"/>
                  </a:lnTo>
                  <a:lnTo>
                    <a:pt x="228600" y="216678"/>
                  </a:lnTo>
                  <a:lnTo>
                    <a:pt x="228600" y="223242"/>
                  </a:lnTo>
                  <a:lnTo>
                    <a:pt x="223286" y="228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3785752" y="5634053"/>
            <a:ext cx="1487805" cy="773430"/>
          </a:xfrm>
          <a:prstGeom prst="rect">
            <a:avLst/>
          </a:prstGeom>
        </p:spPr>
        <p:txBody>
          <a:bodyPr vert="horz" wrap="square" lIns="0" tIns="174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sz="2050" spc="-409" dirty="0">
                <a:solidFill>
                  <a:srgbClr val="FFFFFF"/>
                </a:solidFill>
                <a:latin typeface="Dotum"/>
                <a:cs typeface="Dotum"/>
              </a:rPr>
              <a:t>팀원</a:t>
            </a:r>
            <a:r>
              <a:rPr sz="2050" spc="-235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sz="2050" spc="-434" dirty="0">
                <a:solidFill>
                  <a:srgbClr val="FFFFFF"/>
                </a:solidFill>
                <a:latin typeface="Dotum"/>
                <a:cs typeface="Dotum"/>
              </a:rPr>
              <a:t>역할</a:t>
            </a:r>
            <a:endParaRPr sz="20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150" spc="-190" dirty="0">
                <a:solidFill>
                  <a:srgbClr val="9CA2AF"/>
                </a:solidFill>
                <a:latin typeface="Dotum"/>
                <a:cs typeface="Dotum"/>
              </a:rPr>
              <a:t>프로젝트</a:t>
            </a:r>
            <a:r>
              <a:rPr sz="1150" spc="-75" dirty="0">
                <a:solidFill>
                  <a:srgbClr val="9CA2AF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9CA2AF"/>
                </a:solidFill>
                <a:latin typeface="Dotum"/>
                <a:cs typeface="Dotum"/>
              </a:rPr>
              <a:t>팀원별</a:t>
            </a:r>
            <a:r>
              <a:rPr sz="1150" spc="-70" dirty="0">
                <a:solidFill>
                  <a:srgbClr val="9CA2AF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9CA2AF"/>
                </a:solidFill>
                <a:latin typeface="Dotum"/>
                <a:cs typeface="Dotum"/>
              </a:rPr>
              <a:t>담당</a:t>
            </a:r>
            <a:r>
              <a:rPr sz="1150" spc="-75" dirty="0">
                <a:solidFill>
                  <a:srgbClr val="9CA2AF"/>
                </a:solidFill>
                <a:latin typeface="Dotum"/>
                <a:cs typeface="Dotum"/>
              </a:rPr>
              <a:t> </a:t>
            </a:r>
            <a:r>
              <a:rPr sz="1150" spc="-170" dirty="0">
                <a:solidFill>
                  <a:srgbClr val="9CA2AF"/>
                </a:solidFill>
                <a:latin typeface="Dotum"/>
                <a:cs typeface="Dotum"/>
              </a:rPr>
              <a:t>업무</a:t>
            </a:r>
            <a:endParaRPr sz="1150">
              <a:latin typeface="Dotum"/>
              <a:cs typeface="Dotum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2274451" y="5897564"/>
            <a:ext cx="8059420" cy="457200"/>
            <a:chOff x="2066924" y="7134224"/>
            <a:chExt cx="8059420" cy="457200"/>
          </a:xfrm>
        </p:grpSpPr>
        <p:pic>
          <p:nvPicPr>
            <p:cNvPr id="51" name="object 5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47922" y="7295196"/>
              <a:ext cx="78075" cy="135254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066924" y="7134224"/>
              <a:ext cx="457199" cy="457199"/>
            </a:xfrm>
            <a:prstGeom prst="rect">
              <a:avLst/>
            </a:prstGeom>
          </p:spPr>
        </p:pic>
      </p:grpSp>
      <p:sp>
        <p:nvSpPr>
          <p:cNvPr id="53" name="object 53"/>
          <p:cNvSpPr txBox="1"/>
          <p:nvPr/>
        </p:nvSpPr>
        <p:spPr>
          <a:xfrm>
            <a:off x="2379177" y="5982379"/>
            <a:ext cx="248285" cy="23980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40" dirty="0">
                <a:solidFill>
                  <a:srgbClr val="FFFFFF"/>
                </a:solidFill>
                <a:latin typeface="Arial"/>
                <a:cs typeface="Arial"/>
              </a:rPr>
              <a:t>05</a:t>
            </a:r>
            <a:endParaRPr sz="1450">
              <a:latin typeface="Arial"/>
              <a:cs typeface="Arial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491251" y="6199675"/>
            <a:ext cx="11391939" cy="278009"/>
            <a:chOff x="495299" y="7780139"/>
            <a:chExt cx="11391939" cy="278009"/>
          </a:xfrm>
        </p:grpSpPr>
        <p:pic>
          <p:nvPicPr>
            <p:cNvPr id="55" name="object 5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95299" y="7943849"/>
              <a:ext cx="114300" cy="114299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85799" y="7943849"/>
              <a:ext cx="114300" cy="114299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11610378" y="7780139"/>
              <a:ext cx="276860" cy="232410"/>
            </a:xfrm>
            <a:custGeom>
              <a:avLst/>
              <a:gdLst/>
              <a:ahLst/>
              <a:cxnLst/>
              <a:rect l="l" t="t" r="r" b="b"/>
              <a:pathLst>
                <a:path w="276859" h="232409">
                  <a:moveTo>
                    <a:pt x="30341" y="53578"/>
                  </a:moveTo>
                  <a:lnTo>
                    <a:pt x="23236" y="53578"/>
                  </a:lnTo>
                  <a:lnTo>
                    <a:pt x="19819" y="52898"/>
                  </a:lnTo>
                  <a:lnTo>
                    <a:pt x="0" y="30341"/>
                  </a:lnTo>
                  <a:lnTo>
                    <a:pt x="0" y="23236"/>
                  </a:lnTo>
                  <a:lnTo>
                    <a:pt x="23236" y="0"/>
                  </a:lnTo>
                  <a:lnTo>
                    <a:pt x="30341" y="0"/>
                  </a:lnTo>
                  <a:lnTo>
                    <a:pt x="53578" y="23236"/>
                  </a:lnTo>
                  <a:lnTo>
                    <a:pt x="53578" y="30341"/>
                  </a:lnTo>
                  <a:lnTo>
                    <a:pt x="30341" y="53578"/>
                  </a:lnTo>
                  <a:close/>
                </a:path>
                <a:path w="276859" h="232409">
                  <a:moveTo>
                    <a:pt x="268839" y="44648"/>
                  </a:moveTo>
                  <a:lnTo>
                    <a:pt x="88348" y="44648"/>
                  </a:lnTo>
                  <a:lnTo>
                    <a:pt x="80367" y="36667"/>
                  </a:lnTo>
                  <a:lnTo>
                    <a:pt x="80367" y="16910"/>
                  </a:lnTo>
                  <a:lnTo>
                    <a:pt x="88348" y="8929"/>
                  </a:lnTo>
                  <a:lnTo>
                    <a:pt x="268839" y="8929"/>
                  </a:lnTo>
                  <a:lnTo>
                    <a:pt x="276820" y="16910"/>
                  </a:lnTo>
                  <a:lnTo>
                    <a:pt x="276820" y="36667"/>
                  </a:lnTo>
                  <a:lnTo>
                    <a:pt x="268839" y="44648"/>
                  </a:lnTo>
                  <a:close/>
                </a:path>
                <a:path w="276859" h="232409">
                  <a:moveTo>
                    <a:pt x="268839" y="133945"/>
                  </a:moveTo>
                  <a:lnTo>
                    <a:pt x="88348" y="133945"/>
                  </a:lnTo>
                  <a:lnTo>
                    <a:pt x="80367" y="125964"/>
                  </a:lnTo>
                  <a:lnTo>
                    <a:pt x="80367" y="106207"/>
                  </a:lnTo>
                  <a:lnTo>
                    <a:pt x="88348" y="98226"/>
                  </a:lnTo>
                  <a:lnTo>
                    <a:pt x="268839" y="98226"/>
                  </a:lnTo>
                  <a:lnTo>
                    <a:pt x="276820" y="106207"/>
                  </a:lnTo>
                  <a:lnTo>
                    <a:pt x="276820" y="125964"/>
                  </a:lnTo>
                  <a:lnTo>
                    <a:pt x="268839" y="133945"/>
                  </a:lnTo>
                  <a:close/>
                </a:path>
                <a:path w="276859" h="232409">
                  <a:moveTo>
                    <a:pt x="268839" y="223242"/>
                  </a:moveTo>
                  <a:lnTo>
                    <a:pt x="88348" y="223242"/>
                  </a:lnTo>
                  <a:lnTo>
                    <a:pt x="80367" y="215261"/>
                  </a:lnTo>
                  <a:lnTo>
                    <a:pt x="80367" y="195504"/>
                  </a:lnTo>
                  <a:lnTo>
                    <a:pt x="88348" y="187523"/>
                  </a:lnTo>
                  <a:lnTo>
                    <a:pt x="268839" y="187523"/>
                  </a:lnTo>
                  <a:lnTo>
                    <a:pt x="276820" y="195504"/>
                  </a:lnTo>
                  <a:lnTo>
                    <a:pt x="276820" y="215261"/>
                  </a:lnTo>
                  <a:lnTo>
                    <a:pt x="268839" y="223242"/>
                  </a:lnTo>
                  <a:close/>
                </a:path>
                <a:path w="276859" h="232409">
                  <a:moveTo>
                    <a:pt x="30341" y="232171"/>
                  </a:moveTo>
                  <a:lnTo>
                    <a:pt x="23236" y="232171"/>
                  </a:lnTo>
                  <a:lnTo>
                    <a:pt x="19819" y="231492"/>
                  </a:lnTo>
                  <a:lnTo>
                    <a:pt x="0" y="208935"/>
                  </a:lnTo>
                  <a:lnTo>
                    <a:pt x="0" y="201830"/>
                  </a:lnTo>
                  <a:lnTo>
                    <a:pt x="23236" y="178593"/>
                  </a:lnTo>
                  <a:lnTo>
                    <a:pt x="30341" y="178593"/>
                  </a:lnTo>
                  <a:lnTo>
                    <a:pt x="53578" y="201830"/>
                  </a:lnTo>
                  <a:lnTo>
                    <a:pt x="53578" y="208935"/>
                  </a:lnTo>
                  <a:lnTo>
                    <a:pt x="30341" y="232171"/>
                  </a:lnTo>
                  <a:close/>
                </a:path>
                <a:path w="276859" h="232409">
                  <a:moveTo>
                    <a:pt x="30341" y="142874"/>
                  </a:moveTo>
                  <a:lnTo>
                    <a:pt x="23236" y="142874"/>
                  </a:lnTo>
                  <a:lnTo>
                    <a:pt x="19819" y="142195"/>
                  </a:lnTo>
                  <a:lnTo>
                    <a:pt x="0" y="119638"/>
                  </a:lnTo>
                  <a:lnTo>
                    <a:pt x="0" y="112533"/>
                  </a:lnTo>
                  <a:lnTo>
                    <a:pt x="23236" y="89296"/>
                  </a:lnTo>
                  <a:lnTo>
                    <a:pt x="30341" y="89296"/>
                  </a:lnTo>
                  <a:lnTo>
                    <a:pt x="53578" y="112533"/>
                  </a:lnTo>
                  <a:lnTo>
                    <a:pt x="53578" y="119638"/>
                  </a:lnTo>
                  <a:lnTo>
                    <a:pt x="30341" y="142874"/>
                  </a:lnTo>
                  <a:close/>
                </a:path>
              </a:pathLst>
            </a:custGeom>
            <a:solidFill>
              <a:srgbClr val="6A7280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46419" y="0"/>
            <a:ext cx="12238419" cy="688795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40126" y="680186"/>
            <a:ext cx="2712085" cy="497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20" dirty="0"/>
              <a:t>개발</a:t>
            </a:r>
            <a:r>
              <a:rPr spc="-400" dirty="0"/>
              <a:t> </a:t>
            </a:r>
            <a:r>
              <a:rPr spc="-620" dirty="0"/>
              <a:t>시스템의</a:t>
            </a:r>
            <a:r>
              <a:rPr spc="-400" dirty="0"/>
              <a:t> </a:t>
            </a:r>
            <a:r>
              <a:rPr spc="-645" dirty="0"/>
              <a:t>목적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110186" y="4364888"/>
            <a:ext cx="6373143" cy="1828757"/>
            <a:chOff x="2908969" y="4271962"/>
            <a:chExt cx="6373143" cy="1828757"/>
          </a:xfrm>
        </p:grpSpPr>
        <p:sp>
          <p:nvSpPr>
            <p:cNvPr id="5" name="object 5"/>
            <p:cNvSpPr/>
            <p:nvPr/>
          </p:nvSpPr>
          <p:spPr>
            <a:xfrm>
              <a:off x="2908969" y="4281444"/>
              <a:ext cx="6372225" cy="1819275"/>
            </a:xfrm>
            <a:custGeom>
              <a:avLst/>
              <a:gdLst/>
              <a:ahLst/>
              <a:cxnLst/>
              <a:rect l="l" t="t" r="r" b="b"/>
              <a:pathLst>
                <a:path w="6372225" h="1819275">
                  <a:moveTo>
                    <a:pt x="6224587" y="1819274"/>
                  </a:moveTo>
                  <a:lnTo>
                    <a:pt x="147637" y="1819274"/>
                  </a:lnTo>
                  <a:lnTo>
                    <a:pt x="140384" y="1819097"/>
                  </a:lnTo>
                  <a:lnTo>
                    <a:pt x="97907" y="1810647"/>
                  </a:lnTo>
                  <a:lnTo>
                    <a:pt x="59682" y="1790216"/>
                  </a:lnTo>
                  <a:lnTo>
                    <a:pt x="29058" y="1759592"/>
                  </a:lnTo>
                  <a:lnTo>
                    <a:pt x="8625" y="1721366"/>
                  </a:lnTo>
                  <a:lnTo>
                    <a:pt x="177" y="1678890"/>
                  </a:lnTo>
                  <a:lnTo>
                    <a:pt x="0" y="1671637"/>
                  </a:lnTo>
                  <a:lnTo>
                    <a:pt x="0" y="147637"/>
                  </a:lnTo>
                  <a:lnTo>
                    <a:pt x="6355" y="104779"/>
                  </a:lnTo>
                  <a:lnTo>
                    <a:pt x="24881" y="65613"/>
                  </a:lnTo>
                  <a:lnTo>
                    <a:pt x="53976" y="33510"/>
                  </a:lnTo>
                  <a:lnTo>
                    <a:pt x="91138" y="11237"/>
                  </a:lnTo>
                  <a:lnTo>
                    <a:pt x="133166" y="709"/>
                  </a:lnTo>
                  <a:lnTo>
                    <a:pt x="147637" y="0"/>
                  </a:lnTo>
                  <a:lnTo>
                    <a:pt x="6224587" y="0"/>
                  </a:lnTo>
                  <a:lnTo>
                    <a:pt x="6267443" y="6355"/>
                  </a:lnTo>
                  <a:lnTo>
                    <a:pt x="6306608" y="24881"/>
                  </a:lnTo>
                  <a:lnTo>
                    <a:pt x="6338712" y="53975"/>
                  </a:lnTo>
                  <a:lnTo>
                    <a:pt x="6360984" y="91138"/>
                  </a:lnTo>
                  <a:lnTo>
                    <a:pt x="6371514" y="133166"/>
                  </a:lnTo>
                  <a:lnTo>
                    <a:pt x="6372224" y="147637"/>
                  </a:lnTo>
                  <a:lnTo>
                    <a:pt x="6372224" y="1671637"/>
                  </a:lnTo>
                  <a:lnTo>
                    <a:pt x="6365867" y="1714493"/>
                  </a:lnTo>
                  <a:lnTo>
                    <a:pt x="6347342" y="1753659"/>
                  </a:lnTo>
                  <a:lnTo>
                    <a:pt x="6318247" y="1785763"/>
                  </a:lnTo>
                  <a:lnTo>
                    <a:pt x="6281084" y="1808036"/>
                  </a:lnTo>
                  <a:lnTo>
                    <a:pt x="6239057" y="1818565"/>
                  </a:lnTo>
                  <a:lnTo>
                    <a:pt x="6224587" y="1819274"/>
                  </a:lnTo>
                  <a:close/>
                </a:path>
              </a:pathLst>
            </a:custGeom>
            <a:solidFill>
              <a:srgbClr val="111726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2909887" y="4271962"/>
              <a:ext cx="6372225" cy="1819275"/>
            </a:xfrm>
            <a:custGeom>
              <a:avLst/>
              <a:gdLst/>
              <a:ahLst/>
              <a:cxnLst/>
              <a:rect l="l" t="t" r="r" b="b"/>
              <a:pathLst>
                <a:path w="6372225" h="1819275">
                  <a:moveTo>
                    <a:pt x="0" y="1671637"/>
                  </a:moveTo>
                  <a:lnTo>
                    <a:pt x="0" y="147637"/>
                  </a:lnTo>
                  <a:lnTo>
                    <a:pt x="177" y="140384"/>
                  </a:lnTo>
                  <a:lnTo>
                    <a:pt x="8625" y="97907"/>
                  </a:lnTo>
                  <a:lnTo>
                    <a:pt x="29058" y="59681"/>
                  </a:lnTo>
                  <a:lnTo>
                    <a:pt x="59682" y="29058"/>
                  </a:lnTo>
                  <a:lnTo>
                    <a:pt x="97907" y="8625"/>
                  </a:lnTo>
                  <a:lnTo>
                    <a:pt x="140384" y="177"/>
                  </a:lnTo>
                  <a:lnTo>
                    <a:pt x="147637" y="0"/>
                  </a:lnTo>
                  <a:lnTo>
                    <a:pt x="6224587" y="0"/>
                  </a:lnTo>
                  <a:lnTo>
                    <a:pt x="6267443" y="6355"/>
                  </a:lnTo>
                  <a:lnTo>
                    <a:pt x="6306608" y="24881"/>
                  </a:lnTo>
                  <a:lnTo>
                    <a:pt x="6338712" y="53975"/>
                  </a:lnTo>
                  <a:lnTo>
                    <a:pt x="6360984" y="91138"/>
                  </a:lnTo>
                  <a:lnTo>
                    <a:pt x="6371514" y="133166"/>
                  </a:lnTo>
                  <a:lnTo>
                    <a:pt x="6372224" y="147637"/>
                  </a:lnTo>
                  <a:lnTo>
                    <a:pt x="6372224" y="1671637"/>
                  </a:lnTo>
                  <a:lnTo>
                    <a:pt x="6365867" y="1714493"/>
                  </a:lnTo>
                  <a:lnTo>
                    <a:pt x="6347342" y="1753659"/>
                  </a:lnTo>
                  <a:lnTo>
                    <a:pt x="6318247" y="1785763"/>
                  </a:lnTo>
                  <a:lnTo>
                    <a:pt x="6281084" y="1808036"/>
                  </a:lnTo>
                  <a:lnTo>
                    <a:pt x="6239057" y="1818565"/>
                  </a:lnTo>
                  <a:lnTo>
                    <a:pt x="6224587" y="1819274"/>
                  </a:lnTo>
                  <a:lnTo>
                    <a:pt x="147637" y="1819274"/>
                  </a:lnTo>
                  <a:lnTo>
                    <a:pt x="104779" y="1812918"/>
                  </a:lnTo>
                  <a:lnTo>
                    <a:pt x="65614" y="1794392"/>
                  </a:lnTo>
                  <a:lnTo>
                    <a:pt x="33510" y="1765298"/>
                  </a:lnTo>
                  <a:lnTo>
                    <a:pt x="11237" y="1728135"/>
                  </a:lnTo>
                  <a:lnTo>
                    <a:pt x="708" y="1686108"/>
                  </a:lnTo>
                  <a:lnTo>
                    <a:pt x="0" y="1671637"/>
                  </a:lnTo>
                  <a:close/>
                </a:path>
              </a:pathLst>
            </a:custGeom>
            <a:ln w="9524">
              <a:solidFill>
                <a:srgbClr val="374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953605" y="4581524"/>
              <a:ext cx="285115" cy="285750"/>
            </a:xfrm>
            <a:custGeom>
              <a:avLst/>
              <a:gdLst/>
              <a:ahLst/>
              <a:cxnLst/>
              <a:rect l="l" t="t" r="r" b="b"/>
              <a:pathLst>
                <a:path w="285114" h="285750">
                  <a:moveTo>
                    <a:pt x="156398" y="284480"/>
                  </a:moveTo>
                  <a:lnTo>
                    <a:pt x="128390" y="284480"/>
                  </a:lnTo>
                  <a:lnTo>
                    <a:pt x="100919" y="279400"/>
                  </a:lnTo>
                  <a:lnTo>
                    <a:pt x="81299" y="271780"/>
                  </a:lnTo>
                  <a:lnTo>
                    <a:pt x="75042" y="267970"/>
                  </a:lnTo>
                  <a:lnTo>
                    <a:pt x="68948" y="264160"/>
                  </a:lnTo>
                  <a:lnTo>
                    <a:pt x="63017" y="261620"/>
                  </a:lnTo>
                  <a:lnTo>
                    <a:pt x="57276" y="256540"/>
                  </a:lnTo>
                  <a:lnTo>
                    <a:pt x="51754" y="252730"/>
                  </a:lnTo>
                  <a:lnTo>
                    <a:pt x="46451" y="247650"/>
                  </a:lnTo>
                  <a:lnTo>
                    <a:pt x="41366" y="243840"/>
                  </a:lnTo>
                  <a:lnTo>
                    <a:pt x="36524" y="238760"/>
                  </a:lnTo>
                  <a:lnTo>
                    <a:pt x="31949" y="232410"/>
                  </a:lnTo>
                  <a:lnTo>
                    <a:pt x="27640" y="227330"/>
                  </a:lnTo>
                  <a:lnTo>
                    <a:pt x="7867" y="190500"/>
                  </a:lnTo>
                  <a:lnTo>
                    <a:pt x="0" y="153670"/>
                  </a:lnTo>
                  <a:lnTo>
                    <a:pt x="0" y="130810"/>
                  </a:lnTo>
                  <a:lnTo>
                    <a:pt x="10395" y="87630"/>
                  </a:lnTo>
                  <a:lnTo>
                    <a:pt x="31949" y="52070"/>
                  </a:lnTo>
                  <a:lnTo>
                    <a:pt x="36524" y="45720"/>
                  </a:lnTo>
                  <a:lnTo>
                    <a:pt x="41366" y="40640"/>
                  </a:lnTo>
                  <a:lnTo>
                    <a:pt x="46451" y="36830"/>
                  </a:lnTo>
                  <a:lnTo>
                    <a:pt x="51754" y="31750"/>
                  </a:lnTo>
                  <a:lnTo>
                    <a:pt x="57276" y="27940"/>
                  </a:lnTo>
                  <a:lnTo>
                    <a:pt x="63017" y="22860"/>
                  </a:lnTo>
                  <a:lnTo>
                    <a:pt x="68948" y="20320"/>
                  </a:lnTo>
                  <a:lnTo>
                    <a:pt x="128390" y="0"/>
                  </a:lnTo>
                  <a:lnTo>
                    <a:pt x="156398" y="0"/>
                  </a:lnTo>
                  <a:lnTo>
                    <a:pt x="197070" y="10160"/>
                  </a:lnTo>
                  <a:lnTo>
                    <a:pt x="215840" y="20320"/>
                  </a:lnTo>
                  <a:lnTo>
                    <a:pt x="221771" y="22860"/>
                  </a:lnTo>
                  <a:lnTo>
                    <a:pt x="227512" y="27940"/>
                  </a:lnTo>
                  <a:lnTo>
                    <a:pt x="233034" y="31750"/>
                  </a:lnTo>
                  <a:lnTo>
                    <a:pt x="237012" y="35560"/>
                  </a:lnTo>
                  <a:lnTo>
                    <a:pt x="128390" y="35560"/>
                  </a:lnTo>
                  <a:lnTo>
                    <a:pt x="114588" y="38100"/>
                  </a:lnTo>
                  <a:lnTo>
                    <a:pt x="77011" y="57150"/>
                  </a:lnTo>
                  <a:lnTo>
                    <a:pt x="49388" y="88900"/>
                  </a:lnTo>
                  <a:lnTo>
                    <a:pt x="35924" y="128270"/>
                  </a:lnTo>
                  <a:lnTo>
                    <a:pt x="35238" y="134620"/>
                  </a:lnTo>
                  <a:lnTo>
                    <a:pt x="35238" y="149860"/>
                  </a:lnTo>
                  <a:lnTo>
                    <a:pt x="46087" y="189230"/>
                  </a:lnTo>
                  <a:lnTo>
                    <a:pt x="71598" y="223520"/>
                  </a:lnTo>
                  <a:lnTo>
                    <a:pt x="107888" y="243840"/>
                  </a:lnTo>
                  <a:lnTo>
                    <a:pt x="128390" y="248920"/>
                  </a:lnTo>
                  <a:lnTo>
                    <a:pt x="237012" y="248920"/>
                  </a:lnTo>
                  <a:lnTo>
                    <a:pt x="233034" y="252730"/>
                  </a:lnTo>
                  <a:lnTo>
                    <a:pt x="227512" y="256540"/>
                  </a:lnTo>
                  <a:lnTo>
                    <a:pt x="221771" y="261620"/>
                  </a:lnTo>
                  <a:lnTo>
                    <a:pt x="215840" y="264160"/>
                  </a:lnTo>
                  <a:lnTo>
                    <a:pt x="209746" y="267970"/>
                  </a:lnTo>
                  <a:lnTo>
                    <a:pt x="203489" y="271780"/>
                  </a:lnTo>
                  <a:lnTo>
                    <a:pt x="183869" y="279400"/>
                  </a:lnTo>
                  <a:lnTo>
                    <a:pt x="156398" y="284480"/>
                  </a:lnTo>
                  <a:close/>
                </a:path>
                <a:path w="285114" h="285750">
                  <a:moveTo>
                    <a:pt x="237012" y="248920"/>
                  </a:moveTo>
                  <a:lnTo>
                    <a:pt x="156398" y="248920"/>
                  </a:lnTo>
                  <a:lnTo>
                    <a:pt x="170200" y="246380"/>
                  </a:lnTo>
                  <a:lnTo>
                    <a:pt x="176901" y="243840"/>
                  </a:lnTo>
                  <a:lnTo>
                    <a:pt x="213190" y="223520"/>
                  </a:lnTo>
                  <a:lnTo>
                    <a:pt x="238701" y="189230"/>
                  </a:lnTo>
                  <a:lnTo>
                    <a:pt x="249550" y="149860"/>
                  </a:lnTo>
                  <a:lnTo>
                    <a:pt x="249550" y="134620"/>
                  </a:lnTo>
                  <a:lnTo>
                    <a:pt x="238701" y="95250"/>
                  </a:lnTo>
                  <a:lnTo>
                    <a:pt x="213190" y="60960"/>
                  </a:lnTo>
                  <a:lnTo>
                    <a:pt x="176901" y="40640"/>
                  </a:lnTo>
                  <a:lnTo>
                    <a:pt x="156398" y="35560"/>
                  </a:lnTo>
                  <a:lnTo>
                    <a:pt x="237012" y="35560"/>
                  </a:lnTo>
                  <a:lnTo>
                    <a:pt x="238337" y="36830"/>
                  </a:lnTo>
                  <a:lnTo>
                    <a:pt x="243422" y="40640"/>
                  </a:lnTo>
                  <a:lnTo>
                    <a:pt x="248264" y="45720"/>
                  </a:lnTo>
                  <a:lnTo>
                    <a:pt x="252839" y="52070"/>
                  </a:lnTo>
                  <a:lnTo>
                    <a:pt x="257148" y="57150"/>
                  </a:lnTo>
                  <a:lnTo>
                    <a:pt x="261190" y="62230"/>
                  </a:lnTo>
                  <a:lnTo>
                    <a:pt x="279118" y="100330"/>
                  </a:lnTo>
                  <a:lnTo>
                    <a:pt x="284789" y="130810"/>
                  </a:lnTo>
                  <a:lnTo>
                    <a:pt x="284789" y="153670"/>
                  </a:lnTo>
                  <a:lnTo>
                    <a:pt x="274393" y="196850"/>
                  </a:lnTo>
                  <a:lnTo>
                    <a:pt x="252839" y="232410"/>
                  </a:lnTo>
                  <a:lnTo>
                    <a:pt x="248264" y="238760"/>
                  </a:lnTo>
                  <a:lnTo>
                    <a:pt x="243422" y="243840"/>
                  </a:lnTo>
                  <a:lnTo>
                    <a:pt x="238337" y="247650"/>
                  </a:lnTo>
                  <a:lnTo>
                    <a:pt x="237012" y="248920"/>
                  </a:lnTo>
                  <a:close/>
                </a:path>
                <a:path w="285114" h="285750">
                  <a:moveTo>
                    <a:pt x="152897" y="222250"/>
                  </a:moveTo>
                  <a:lnTo>
                    <a:pt x="131891" y="222250"/>
                  </a:lnTo>
                  <a:lnTo>
                    <a:pt x="116514" y="218440"/>
                  </a:lnTo>
                  <a:lnTo>
                    <a:pt x="106764" y="214630"/>
                  </a:lnTo>
                  <a:lnTo>
                    <a:pt x="102132" y="212090"/>
                  </a:lnTo>
                  <a:lnTo>
                    <a:pt x="93357" y="205740"/>
                  </a:lnTo>
                  <a:lnTo>
                    <a:pt x="89297" y="203200"/>
                  </a:lnTo>
                  <a:lnTo>
                    <a:pt x="66125" y="167640"/>
                  </a:lnTo>
                  <a:lnTo>
                    <a:pt x="62027" y="147320"/>
                  </a:lnTo>
                  <a:lnTo>
                    <a:pt x="62027" y="137160"/>
                  </a:lnTo>
                  <a:lnTo>
                    <a:pt x="78503" y="92710"/>
                  </a:lnTo>
                  <a:lnTo>
                    <a:pt x="93357" y="78740"/>
                  </a:lnTo>
                  <a:lnTo>
                    <a:pt x="102132" y="72390"/>
                  </a:lnTo>
                  <a:lnTo>
                    <a:pt x="106764" y="69850"/>
                  </a:lnTo>
                  <a:lnTo>
                    <a:pt x="116514" y="66040"/>
                  </a:lnTo>
                  <a:lnTo>
                    <a:pt x="131891" y="62230"/>
                  </a:lnTo>
                  <a:lnTo>
                    <a:pt x="152897" y="62230"/>
                  </a:lnTo>
                  <a:lnTo>
                    <a:pt x="168274" y="66040"/>
                  </a:lnTo>
                  <a:lnTo>
                    <a:pt x="178025" y="69850"/>
                  </a:lnTo>
                  <a:lnTo>
                    <a:pt x="182656" y="72390"/>
                  </a:lnTo>
                  <a:lnTo>
                    <a:pt x="191431" y="78740"/>
                  </a:lnTo>
                  <a:lnTo>
                    <a:pt x="195491" y="81280"/>
                  </a:lnTo>
                  <a:lnTo>
                    <a:pt x="202954" y="88900"/>
                  </a:lnTo>
                  <a:lnTo>
                    <a:pt x="206285" y="92710"/>
                  </a:lnTo>
                  <a:lnTo>
                    <a:pt x="209636" y="97790"/>
                  </a:lnTo>
                  <a:lnTo>
                    <a:pt x="136473" y="97790"/>
                  </a:lnTo>
                  <a:lnTo>
                    <a:pt x="130778" y="99060"/>
                  </a:lnTo>
                  <a:lnTo>
                    <a:pt x="98879" y="130810"/>
                  </a:lnTo>
                  <a:lnTo>
                    <a:pt x="97746" y="135890"/>
                  </a:lnTo>
                  <a:lnTo>
                    <a:pt x="97746" y="148590"/>
                  </a:lnTo>
                  <a:lnTo>
                    <a:pt x="119838" y="181610"/>
                  </a:lnTo>
                  <a:lnTo>
                    <a:pt x="136473" y="186690"/>
                  </a:lnTo>
                  <a:lnTo>
                    <a:pt x="209636" y="186690"/>
                  </a:lnTo>
                  <a:lnTo>
                    <a:pt x="206285" y="191770"/>
                  </a:lnTo>
                  <a:lnTo>
                    <a:pt x="202954" y="195580"/>
                  </a:lnTo>
                  <a:lnTo>
                    <a:pt x="195491" y="203200"/>
                  </a:lnTo>
                  <a:lnTo>
                    <a:pt x="191431" y="205740"/>
                  </a:lnTo>
                  <a:lnTo>
                    <a:pt x="182656" y="212090"/>
                  </a:lnTo>
                  <a:lnTo>
                    <a:pt x="178025" y="214630"/>
                  </a:lnTo>
                  <a:lnTo>
                    <a:pt x="168274" y="218440"/>
                  </a:lnTo>
                  <a:lnTo>
                    <a:pt x="152897" y="222250"/>
                  </a:lnTo>
                  <a:close/>
                </a:path>
                <a:path w="285114" h="285750">
                  <a:moveTo>
                    <a:pt x="209636" y="186690"/>
                  </a:moveTo>
                  <a:lnTo>
                    <a:pt x="148315" y="186690"/>
                  </a:lnTo>
                  <a:lnTo>
                    <a:pt x="154010" y="185420"/>
                  </a:lnTo>
                  <a:lnTo>
                    <a:pt x="164950" y="181610"/>
                  </a:lnTo>
                  <a:lnTo>
                    <a:pt x="187042" y="148590"/>
                  </a:lnTo>
                  <a:lnTo>
                    <a:pt x="187042" y="135890"/>
                  </a:lnTo>
                  <a:lnTo>
                    <a:pt x="164950" y="102870"/>
                  </a:lnTo>
                  <a:lnTo>
                    <a:pt x="148315" y="97790"/>
                  </a:lnTo>
                  <a:lnTo>
                    <a:pt x="209636" y="97790"/>
                  </a:lnTo>
                  <a:lnTo>
                    <a:pt x="222761" y="137160"/>
                  </a:lnTo>
                  <a:lnTo>
                    <a:pt x="222761" y="147320"/>
                  </a:lnTo>
                  <a:lnTo>
                    <a:pt x="212149" y="182880"/>
                  </a:lnTo>
                  <a:lnTo>
                    <a:pt x="209636" y="186690"/>
                  </a:lnTo>
                  <a:close/>
                </a:path>
                <a:path w="285114" h="285750">
                  <a:moveTo>
                    <a:pt x="147041" y="160020"/>
                  </a:moveTo>
                  <a:lnTo>
                    <a:pt x="137748" y="160020"/>
                  </a:lnTo>
                  <a:lnTo>
                    <a:pt x="133372" y="157480"/>
                  </a:lnTo>
                  <a:lnTo>
                    <a:pt x="124535" y="144780"/>
                  </a:lnTo>
                  <a:lnTo>
                    <a:pt x="124535" y="139700"/>
                  </a:lnTo>
                  <a:lnTo>
                    <a:pt x="137748" y="124460"/>
                  </a:lnTo>
                  <a:lnTo>
                    <a:pt x="147041" y="124460"/>
                  </a:lnTo>
                  <a:lnTo>
                    <a:pt x="160253" y="139700"/>
                  </a:lnTo>
                  <a:lnTo>
                    <a:pt x="160253" y="144780"/>
                  </a:lnTo>
                  <a:lnTo>
                    <a:pt x="147041" y="160020"/>
                  </a:lnTo>
                  <a:close/>
                </a:path>
                <a:path w="285114" h="285750">
                  <a:moveTo>
                    <a:pt x="142394" y="285750"/>
                  </a:moveTo>
                  <a:lnTo>
                    <a:pt x="135375" y="284480"/>
                  </a:lnTo>
                  <a:lnTo>
                    <a:pt x="149413" y="284480"/>
                  </a:lnTo>
                  <a:lnTo>
                    <a:pt x="142394" y="285750"/>
                  </a:lnTo>
                  <a:close/>
                </a:path>
              </a:pathLst>
            </a:custGeom>
            <a:solidFill>
              <a:srgbClr val="A68B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409270" y="4934345"/>
            <a:ext cx="5774055" cy="117852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2000" spc="-409" dirty="0" err="1">
                <a:solidFill>
                  <a:srgbClr val="FFFFFF"/>
                </a:solidFill>
                <a:latin typeface="Dotum"/>
                <a:cs typeface="Dotum"/>
              </a:rPr>
              <a:t>프로젝트</a:t>
            </a:r>
            <a:r>
              <a:rPr sz="2000" spc="-260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sz="2000" spc="-434" dirty="0" err="1">
                <a:solidFill>
                  <a:srgbClr val="FFFFFF"/>
                </a:solidFill>
                <a:latin typeface="Dotum"/>
                <a:cs typeface="Dotum"/>
              </a:rPr>
              <a:t>목표</a:t>
            </a:r>
            <a:endParaRPr lang="en-US" sz="2000" spc="-434" dirty="0">
              <a:solidFill>
                <a:srgbClr val="FFFFFF"/>
              </a:solidFill>
              <a:latin typeface="Dotum"/>
              <a:cs typeface="Dotum"/>
            </a:endParaRPr>
          </a:p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lang="ko-KR" altLang="en-US" dirty="0">
                <a:solidFill>
                  <a:srgbClr val="FFFFFF"/>
                </a:solidFill>
                <a:latin typeface="Dotum"/>
                <a:cs typeface="Dotum"/>
              </a:rPr>
              <a:t>자신이 선호하는 음악을 공유할 수 있는 소셜 서비스</a:t>
            </a:r>
            <a:endParaRPr lang="en-US" altLang="ko-KR" dirty="0">
              <a:solidFill>
                <a:srgbClr val="FFFFFF"/>
              </a:solidFill>
              <a:latin typeface="Dotum"/>
              <a:cs typeface="Dotum"/>
            </a:endParaRPr>
          </a:p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lang="ko-KR" altLang="en-US" dirty="0">
                <a:solidFill>
                  <a:schemeClr val="bg1"/>
                </a:solidFill>
                <a:latin typeface="Dotum"/>
                <a:cs typeface="Dotum"/>
              </a:rPr>
              <a:t>더불어</a:t>
            </a:r>
            <a:r>
              <a:rPr lang="en-US" altLang="ko-KR" dirty="0">
                <a:solidFill>
                  <a:schemeClr val="bg1"/>
                </a:solidFill>
                <a:latin typeface="Dotum"/>
                <a:cs typeface="Dotum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Dotum"/>
                <a:cs typeface="Dotum"/>
              </a:rPr>
              <a:t>자신의 상황에 맞는 음악을 추천해주는 음악 플랫폼</a:t>
            </a:r>
            <a:endParaRPr lang="en-US" dirty="0">
              <a:solidFill>
                <a:schemeClr val="bg1"/>
              </a:solidFill>
              <a:latin typeface="Dotum"/>
              <a:cs typeface="Dotum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09599" y="1724024"/>
            <a:ext cx="3457829" cy="2162175"/>
            <a:chOff x="609599" y="1724024"/>
            <a:chExt cx="3457829" cy="2162175"/>
          </a:xfrm>
        </p:grpSpPr>
        <p:sp>
          <p:nvSpPr>
            <p:cNvPr id="12" name="object 12"/>
            <p:cNvSpPr/>
            <p:nvPr/>
          </p:nvSpPr>
          <p:spPr>
            <a:xfrm>
              <a:off x="609599" y="1724024"/>
              <a:ext cx="3457575" cy="2162175"/>
            </a:xfrm>
            <a:custGeom>
              <a:avLst/>
              <a:gdLst/>
              <a:ahLst/>
              <a:cxnLst/>
              <a:rect l="l" t="t" r="r" b="b"/>
              <a:pathLst>
                <a:path w="3457575" h="2162175">
                  <a:moveTo>
                    <a:pt x="3305174" y="2162174"/>
                  </a:moveTo>
                  <a:lnTo>
                    <a:pt x="152399" y="2162174"/>
                  </a:lnTo>
                  <a:lnTo>
                    <a:pt x="137387" y="2161449"/>
                  </a:lnTo>
                  <a:lnTo>
                    <a:pt x="94079" y="2150573"/>
                  </a:lnTo>
                  <a:lnTo>
                    <a:pt x="55765" y="2127640"/>
                  </a:lnTo>
                  <a:lnTo>
                    <a:pt x="25660" y="2094459"/>
                  </a:lnTo>
                  <a:lnTo>
                    <a:pt x="6525" y="2053947"/>
                  </a:lnTo>
                  <a:lnTo>
                    <a:pt x="0" y="2009774"/>
                  </a:lnTo>
                  <a:lnTo>
                    <a:pt x="0" y="152399"/>
                  </a:lnTo>
                  <a:lnTo>
                    <a:pt x="6525" y="108226"/>
                  </a:lnTo>
                  <a:lnTo>
                    <a:pt x="25660" y="67715"/>
                  </a:lnTo>
                  <a:lnTo>
                    <a:pt x="55765" y="34533"/>
                  </a:lnTo>
                  <a:lnTo>
                    <a:pt x="94079" y="11600"/>
                  </a:lnTo>
                  <a:lnTo>
                    <a:pt x="137387" y="725"/>
                  </a:lnTo>
                  <a:lnTo>
                    <a:pt x="152399" y="0"/>
                  </a:lnTo>
                  <a:lnTo>
                    <a:pt x="3305174" y="0"/>
                  </a:lnTo>
                  <a:lnTo>
                    <a:pt x="3349347" y="6525"/>
                  </a:lnTo>
                  <a:lnTo>
                    <a:pt x="3389859" y="25660"/>
                  </a:lnTo>
                  <a:lnTo>
                    <a:pt x="3423040" y="55765"/>
                  </a:lnTo>
                  <a:lnTo>
                    <a:pt x="3445973" y="94079"/>
                  </a:lnTo>
                  <a:lnTo>
                    <a:pt x="3456849" y="137387"/>
                  </a:lnTo>
                  <a:lnTo>
                    <a:pt x="3457574" y="152399"/>
                  </a:lnTo>
                  <a:lnTo>
                    <a:pt x="3457574" y="2009774"/>
                  </a:lnTo>
                  <a:lnTo>
                    <a:pt x="3451048" y="2053947"/>
                  </a:lnTo>
                  <a:lnTo>
                    <a:pt x="3431913" y="2094459"/>
                  </a:lnTo>
                  <a:lnTo>
                    <a:pt x="3401809" y="2127640"/>
                  </a:lnTo>
                  <a:lnTo>
                    <a:pt x="3363495" y="2150573"/>
                  </a:lnTo>
                  <a:lnTo>
                    <a:pt x="3320187" y="2161449"/>
                  </a:lnTo>
                  <a:lnTo>
                    <a:pt x="3305174" y="2162174"/>
                  </a:lnTo>
                  <a:close/>
                </a:path>
              </a:pathLst>
            </a:custGeom>
            <a:solidFill>
              <a:srgbClr val="1F2937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87324" y="1724024"/>
              <a:ext cx="3380104" cy="2162175"/>
            </a:xfrm>
            <a:custGeom>
              <a:avLst/>
              <a:gdLst/>
              <a:ahLst/>
              <a:cxnLst/>
              <a:rect l="l" t="t" r="r" b="b"/>
              <a:pathLst>
                <a:path w="3380104" h="2162175">
                  <a:moveTo>
                    <a:pt x="3379838" y="152400"/>
                  </a:moveTo>
                  <a:lnTo>
                    <a:pt x="3373323" y="108229"/>
                  </a:lnTo>
                  <a:lnTo>
                    <a:pt x="3354184" y="67716"/>
                  </a:lnTo>
                  <a:lnTo>
                    <a:pt x="3335655" y="45148"/>
                  </a:lnTo>
                  <a:lnTo>
                    <a:pt x="3335210" y="44640"/>
                  </a:lnTo>
                  <a:lnTo>
                    <a:pt x="3299358" y="18021"/>
                  </a:lnTo>
                  <a:lnTo>
                    <a:pt x="3257181" y="2908"/>
                  </a:lnTo>
                  <a:lnTo>
                    <a:pt x="3227438" y="0"/>
                  </a:lnTo>
                  <a:lnTo>
                    <a:pt x="74663" y="0"/>
                  </a:lnTo>
                  <a:lnTo>
                    <a:pt x="30492" y="6527"/>
                  </a:lnTo>
                  <a:lnTo>
                    <a:pt x="0" y="19672"/>
                  </a:lnTo>
                  <a:lnTo>
                    <a:pt x="22593" y="25323"/>
                  </a:lnTo>
                  <a:lnTo>
                    <a:pt x="30924" y="20408"/>
                  </a:lnTo>
                  <a:lnTo>
                    <a:pt x="41541" y="15646"/>
                  </a:lnTo>
                  <a:lnTo>
                    <a:pt x="52362" y="12255"/>
                  </a:lnTo>
                  <a:lnTo>
                    <a:pt x="63411" y="10210"/>
                  </a:lnTo>
                  <a:lnTo>
                    <a:pt x="74663" y="9525"/>
                  </a:lnTo>
                  <a:lnTo>
                    <a:pt x="3227438" y="9525"/>
                  </a:lnTo>
                  <a:lnTo>
                    <a:pt x="3268853" y="15646"/>
                  </a:lnTo>
                  <a:lnTo>
                    <a:pt x="3306838" y="33591"/>
                  </a:lnTo>
                  <a:lnTo>
                    <a:pt x="3337941" y="61810"/>
                  </a:lnTo>
                  <a:lnTo>
                    <a:pt x="3359442" y="97726"/>
                  </a:lnTo>
                  <a:lnTo>
                    <a:pt x="3369640" y="138328"/>
                  </a:lnTo>
                  <a:lnTo>
                    <a:pt x="3370313" y="152400"/>
                  </a:lnTo>
                  <a:lnTo>
                    <a:pt x="3370313" y="2009775"/>
                  </a:lnTo>
                  <a:lnTo>
                    <a:pt x="3364204" y="2051189"/>
                  </a:lnTo>
                  <a:lnTo>
                    <a:pt x="3346259" y="2089175"/>
                  </a:lnTo>
                  <a:lnTo>
                    <a:pt x="3318040" y="2120277"/>
                  </a:lnTo>
                  <a:lnTo>
                    <a:pt x="3282124" y="2141778"/>
                  </a:lnTo>
                  <a:lnTo>
                    <a:pt x="3241522" y="2151977"/>
                  </a:lnTo>
                  <a:lnTo>
                    <a:pt x="3227438" y="2152650"/>
                  </a:lnTo>
                  <a:lnTo>
                    <a:pt x="74663" y="2152650"/>
                  </a:lnTo>
                  <a:lnTo>
                    <a:pt x="30924" y="2141778"/>
                  </a:lnTo>
                  <a:lnTo>
                    <a:pt x="22593" y="2136864"/>
                  </a:lnTo>
                  <a:lnTo>
                    <a:pt x="0" y="2142515"/>
                  </a:lnTo>
                  <a:lnTo>
                    <a:pt x="44932" y="2159279"/>
                  </a:lnTo>
                  <a:lnTo>
                    <a:pt x="74663" y="2162175"/>
                  </a:lnTo>
                  <a:lnTo>
                    <a:pt x="3227438" y="2162175"/>
                  </a:lnTo>
                  <a:lnTo>
                    <a:pt x="3242462" y="2161451"/>
                  </a:lnTo>
                  <a:lnTo>
                    <a:pt x="3257181" y="2159279"/>
                  </a:lnTo>
                  <a:lnTo>
                    <a:pt x="3271621" y="2155660"/>
                  </a:lnTo>
                  <a:lnTo>
                    <a:pt x="3279978" y="2152650"/>
                  </a:lnTo>
                  <a:lnTo>
                    <a:pt x="3285769" y="2150580"/>
                  </a:lnTo>
                  <a:lnTo>
                    <a:pt x="3324072" y="2127643"/>
                  </a:lnTo>
                  <a:lnTo>
                    <a:pt x="3354184" y="2094471"/>
                  </a:lnTo>
                  <a:lnTo>
                    <a:pt x="3373323" y="2053958"/>
                  </a:lnTo>
                  <a:lnTo>
                    <a:pt x="3379838" y="2009775"/>
                  </a:lnTo>
                  <a:lnTo>
                    <a:pt x="3379838" y="152400"/>
                  </a:lnTo>
                  <a:close/>
                </a:path>
              </a:pathLst>
            </a:custGeom>
            <a:solidFill>
              <a:srgbClr val="4A5462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9599" y="1743525"/>
              <a:ext cx="100965" cy="2123440"/>
            </a:xfrm>
            <a:custGeom>
              <a:avLst/>
              <a:gdLst/>
              <a:ahLst/>
              <a:cxnLst/>
              <a:rect l="l" t="t" r="r" b="b"/>
              <a:pathLst>
                <a:path w="100965" h="2123440">
                  <a:moveTo>
                    <a:pt x="78005" y="2123172"/>
                  </a:moveTo>
                  <a:lnTo>
                    <a:pt x="44636" y="2098036"/>
                  </a:lnTo>
                  <a:lnTo>
                    <a:pt x="18015" y="2062186"/>
                  </a:lnTo>
                  <a:lnTo>
                    <a:pt x="2900" y="2020010"/>
                  </a:lnTo>
                  <a:lnTo>
                    <a:pt x="0" y="1990273"/>
                  </a:lnTo>
                  <a:lnTo>
                    <a:pt x="0" y="132898"/>
                  </a:lnTo>
                  <a:lnTo>
                    <a:pt x="6525" y="88725"/>
                  </a:lnTo>
                  <a:lnTo>
                    <a:pt x="25660" y="48213"/>
                  </a:lnTo>
                  <a:lnTo>
                    <a:pt x="55765" y="15032"/>
                  </a:lnTo>
                  <a:lnTo>
                    <a:pt x="78004" y="0"/>
                  </a:lnTo>
                  <a:lnTo>
                    <a:pt x="100606" y="5650"/>
                  </a:lnTo>
                  <a:lnTo>
                    <a:pt x="98464" y="6913"/>
                  </a:lnTo>
                  <a:lnTo>
                    <a:pt x="88886" y="14080"/>
                  </a:lnTo>
                  <a:lnTo>
                    <a:pt x="57345" y="53506"/>
                  </a:lnTo>
                  <a:lnTo>
                    <a:pt x="42994" y="91486"/>
                  </a:lnTo>
                  <a:lnTo>
                    <a:pt x="38099" y="132898"/>
                  </a:lnTo>
                  <a:lnTo>
                    <a:pt x="38099" y="1990273"/>
                  </a:lnTo>
                  <a:lnTo>
                    <a:pt x="42994" y="2031685"/>
                  </a:lnTo>
                  <a:lnTo>
                    <a:pt x="57345" y="2069665"/>
                  </a:lnTo>
                  <a:lnTo>
                    <a:pt x="79923" y="2100772"/>
                  </a:lnTo>
                  <a:lnTo>
                    <a:pt x="100606" y="2117522"/>
                  </a:lnTo>
                  <a:lnTo>
                    <a:pt x="78005" y="2123172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501626" y="2397886"/>
            <a:ext cx="2079774" cy="276357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00" spc="-325" dirty="0" err="1">
                <a:solidFill>
                  <a:srgbClr val="FFFFFF"/>
                </a:solidFill>
                <a:latin typeface="Dotum"/>
                <a:cs typeface="Dotum"/>
              </a:rPr>
              <a:t>기존</a:t>
            </a:r>
            <a:r>
              <a:rPr sz="1700" spc="-185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lang="ko-KR" altLang="en-US" sz="1700" spc="-325" dirty="0">
                <a:solidFill>
                  <a:srgbClr val="FFFFFF"/>
                </a:solidFill>
                <a:latin typeface="Dotum"/>
                <a:cs typeface="Dotum"/>
              </a:rPr>
              <a:t>음악 플랫폼의</a:t>
            </a:r>
            <a:r>
              <a:rPr sz="1700" spc="-185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sz="1700" spc="-350" dirty="0">
                <a:solidFill>
                  <a:srgbClr val="FFFFFF"/>
                </a:solidFill>
                <a:latin typeface="Dotum"/>
                <a:cs typeface="Dotum"/>
              </a:rPr>
              <a:t>한계</a:t>
            </a:r>
            <a:endParaRPr sz="1700" dirty="0">
              <a:latin typeface="Dotum"/>
              <a:cs typeface="Dotum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82729" y="1724024"/>
            <a:ext cx="10699750" cy="2162175"/>
            <a:chOff x="882729" y="1724024"/>
            <a:chExt cx="10699750" cy="2162175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2729" y="2906791"/>
              <a:ext cx="72866" cy="7286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2729" y="3211591"/>
              <a:ext cx="72866" cy="7286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2729" y="3516391"/>
              <a:ext cx="72866" cy="7286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181166" y="1983508"/>
              <a:ext cx="343535" cy="300355"/>
            </a:xfrm>
            <a:custGeom>
              <a:avLst/>
              <a:gdLst/>
              <a:ahLst/>
              <a:cxnLst/>
              <a:rect l="l" t="t" r="r" b="b"/>
              <a:pathLst>
                <a:path w="343535" h="300355">
                  <a:moveTo>
                    <a:pt x="316238" y="300182"/>
                  </a:moveTo>
                  <a:lnTo>
                    <a:pt x="26776" y="300182"/>
                  </a:lnTo>
                  <a:lnTo>
                    <a:pt x="19770" y="299246"/>
                  </a:lnTo>
                  <a:lnTo>
                    <a:pt x="0" y="273255"/>
                  </a:lnTo>
                  <a:lnTo>
                    <a:pt x="934" y="266352"/>
                  </a:lnTo>
                  <a:lnTo>
                    <a:pt x="148391" y="13267"/>
                  </a:lnTo>
                  <a:lnTo>
                    <a:pt x="171507" y="0"/>
                  </a:lnTo>
                  <a:lnTo>
                    <a:pt x="178455" y="913"/>
                  </a:lnTo>
                  <a:lnTo>
                    <a:pt x="237178" y="85766"/>
                  </a:lnTo>
                  <a:lnTo>
                    <a:pt x="162596" y="85766"/>
                  </a:lnTo>
                  <a:lnTo>
                    <a:pt x="155426" y="92936"/>
                  </a:lnTo>
                  <a:lnTo>
                    <a:pt x="155426" y="185805"/>
                  </a:lnTo>
                  <a:lnTo>
                    <a:pt x="162596" y="192974"/>
                  </a:lnTo>
                  <a:lnTo>
                    <a:pt x="300105" y="192974"/>
                  </a:lnTo>
                  <a:lnTo>
                    <a:pt x="312690" y="214416"/>
                  </a:lnTo>
                  <a:lnTo>
                    <a:pt x="168664" y="214416"/>
                  </a:lnTo>
                  <a:lnTo>
                    <a:pt x="165929" y="214960"/>
                  </a:lnTo>
                  <a:lnTo>
                    <a:pt x="150066" y="233014"/>
                  </a:lnTo>
                  <a:lnTo>
                    <a:pt x="150066" y="238701"/>
                  </a:lnTo>
                  <a:lnTo>
                    <a:pt x="168664" y="257299"/>
                  </a:lnTo>
                  <a:lnTo>
                    <a:pt x="337861" y="257299"/>
                  </a:lnTo>
                  <a:lnTo>
                    <a:pt x="339355" y="259845"/>
                  </a:lnTo>
                  <a:lnTo>
                    <a:pt x="342097" y="266352"/>
                  </a:lnTo>
                  <a:lnTo>
                    <a:pt x="343037" y="273255"/>
                  </a:lnTo>
                  <a:lnTo>
                    <a:pt x="342164" y="280170"/>
                  </a:lnTo>
                  <a:lnTo>
                    <a:pt x="339489" y="286714"/>
                  </a:lnTo>
                  <a:lnTo>
                    <a:pt x="335197" y="292324"/>
                  </a:lnTo>
                  <a:lnTo>
                    <a:pt x="329673" y="296564"/>
                  </a:lnTo>
                  <a:lnTo>
                    <a:pt x="323245" y="299246"/>
                  </a:lnTo>
                  <a:lnTo>
                    <a:pt x="316238" y="300182"/>
                  </a:lnTo>
                  <a:close/>
                </a:path>
                <a:path w="343535" h="300355">
                  <a:moveTo>
                    <a:pt x="300105" y="192974"/>
                  </a:moveTo>
                  <a:lnTo>
                    <a:pt x="180419" y="192974"/>
                  </a:lnTo>
                  <a:lnTo>
                    <a:pt x="187589" y="185805"/>
                  </a:lnTo>
                  <a:lnTo>
                    <a:pt x="187589" y="92936"/>
                  </a:lnTo>
                  <a:lnTo>
                    <a:pt x="180419" y="85766"/>
                  </a:lnTo>
                  <a:lnTo>
                    <a:pt x="237178" y="85766"/>
                  </a:lnTo>
                  <a:lnTo>
                    <a:pt x="300105" y="192974"/>
                  </a:lnTo>
                  <a:close/>
                </a:path>
                <a:path w="343535" h="300355">
                  <a:moveTo>
                    <a:pt x="337861" y="257299"/>
                  </a:moveTo>
                  <a:lnTo>
                    <a:pt x="174351" y="257299"/>
                  </a:lnTo>
                  <a:lnTo>
                    <a:pt x="177086" y="256755"/>
                  </a:lnTo>
                  <a:lnTo>
                    <a:pt x="182340" y="254579"/>
                  </a:lnTo>
                  <a:lnTo>
                    <a:pt x="192949" y="238701"/>
                  </a:lnTo>
                  <a:lnTo>
                    <a:pt x="192949" y="233014"/>
                  </a:lnTo>
                  <a:lnTo>
                    <a:pt x="174351" y="214416"/>
                  </a:lnTo>
                  <a:lnTo>
                    <a:pt x="312690" y="214416"/>
                  </a:lnTo>
                  <a:lnTo>
                    <a:pt x="337861" y="257299"/>
                  </a:lnTo>
                  <a:close/>
                </a:path>
              </a:pathLst>
            </a:custGeom>
            <a:solidFill>
              <a:srgbClr val="F77070">
                <a:alpha val="998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49581" y="2692812"/>
              <a:ext cx="247636" cy="21235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124824" y="1724024"/>
              <a:ext cx="3457575" cy="2162175"/>
            </a:xfrm>
            <a:custGeom>
              <a:avLst/>
              <a:gdLst/>
              <a:ahLst/>
              <a:cxnLst/>
              <a:rect l="l" t="t" r="r" b="b"/>
              <a:pathLst>
                <a:path w="3457575" h="2162175">
                  <a:moveTo>
                    <a:pt x="3305174" y="2162174"/>
                  </a:moveTo>
                  <a:lnTo>
                    <a:pt x="152399" y="2162174"/>
                  </a:lnTo>
                  <a:lnTo>
                    <a:pt x="137387" y="2161449"/>
                  </a:lnTo>
                  <a:lnTo>
                    <a:pt x="94079" y="2150573"/>
                  </a:lnTo>
                  <a:lnTo>
                    <a:pt x="55765" y="2127640"/>
                  </a:lnTo>
                  <a:lnTo>
                    <a:pt x="25660" y="2094459"/>
                  </a:lnTo>
                  <a:lnTo>
                    <a:pt x="6525" y="2053947"/>
                  </a:lnTo>
                  <a:lnTo>
                    <a:pt x="0" y="2009774"/>
                  </a:lnTo>
                  <a:lnTo>
                    <a:pt x="0" y="152399"/>
                  </a:lnTo>
                  <a:lnTo>
                    <a:pt x="6525" y="108226"/>
                  </a:lnTo>
                  <a:lnTo>
                    <a:pt x="25660" y="67715"/>
                  </a:lnTo>
                  <a:lnTo>
                    <a:pt x="55765" y="34533"/>
                  </a:lnTo>
                  <a:lnTo>
                    <a:pt x="94079" y="11600"/>
                  </a:lnTo>
                  <a:lnTo>
                    <a:pt x="137387" y="725"/>
                  </a:lnTo>
                  <a:lnTo>
                    <a:pt x="152399" y="0"/>
                  </a:lnTo>
                  <a:lnTo>
                    <a:pt x="3305174" y="0"/>
                  </a:lnTo>
                  <a:lnTo>
                    <a:pt x="3349348" y="6525"/>
                  </a:lnTo>
                  <a:lnTo>
                    <a:pt x="3389859" y="25660"/>
                  </a:lnTo>
                  <a:lnTo>
                    <a:pt x="3423040" y="55765"/>
                  </a:lnTo>
                  <a:lnTo>
                    <a:pt x="3445973" y="94079"/>
                  </a:lnTo>
                  <a:lnTo>
                    <a:pt x="3456849" y="137387"/>
                  </a:lnTo>
                  <a:lnTo>
                    <a:pt x="3457574" y="152399"/>
                  </a:lnTo>
                  <a:lnTo>
                    <a:pt x="3457574" y="2009774"/>
                  </a:lnTo>
                  <a:lnTo>
                    <a:pt x="3451048" y="2053947"/>
                  </a:lnTo>
                  <a:lnTo>
                    <a:pt x="3431914" y="2094459"/>
                  </a:lnTo>
                  <a:lnTo>
                    <a:pt x="3401808" y="2127640"/>
                  </a:lnTo>
                  <a:lnTo>
                    <a:pt x="3363495" y="2150573"/>
                  </a:lnTo>
                  <a:lnTo>
                    <a:pt x="3320187" y="2161449"/>
                  </a:lnTo>
                  <a:lnTo>
                    <a:pt x="3305174" y="2162174"/>
                  </a:lnTo>
                  <a:close/>
                </a:path>
              </a:pathLst>
            </a:custGeom>
            <a:solidFill>
              <a:srgbClr val="1F2937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202536" y="1724024"/>
              <a:ext cx="3380104" cy="2162175"/>
            </a:xfrm>
            <a:custGeom>
              <a:avLst/>
              <a:gdLst/>
              <a:ahLst/>
              <a:cxnLst/>
              <a:rect l="l" t="t" r="r" b="b"/>
              <a:pathLst>
                <a:path w="3380104" h="2162175">
                  <a:moveTo>
                    <a:pt x="3379851" y="152400"/>
                  </a:moveTo>
                  <a:lnTo>
                    <a:pt x="3373336" y="108229"/>
                  </a:lnTo>
                  <a:lnTo>
                    <a:pt x="3354197" y="67716"/>
                  </a:lnTo>
                  <a:lnTo>
                    <a:pt x="3335667" y="45148"/>
                  </a:lnTo>
                  <a:lnTo>
                    <a:pt x="3335223" y="44640"/>
                  </a:lnTo>
                  <a:lnTo>
                    <a:pt x="3299371" y="18021"/>
                  </a:lnTo>
                  <a:lnTo>
                    <a:pt x="3257194" y="2908"/>
                  </a:lnTo>
                  <a:lnTo>
                    <a:pt x="3227451" y="0"/>
                  </a:lnTo>
                  <a:lnTo>
                    <a:pt x="74676" y="0"/>
                  </a:lnTo>
                  <a:lnTo>
                    <a:pt x="30505" y="6527"/>
                  </a:lnTo>
                  <a:lnTo>
                    <a:pt x="0" y="19672"/>
                  </a:lnTo>
                  <a:lnTo>
                    <a:pt x="22606" y="25323"/>
                  </a:lnTo>
                  <a:lnTo>
                    <a:pt x="30937" y="20408"/>
                  </a:lnTo>
                  <a:lnTo>
                    <a:pt x="41554" y="15646"/>
                  </a:lnTo>
                  <a:lnTo>
                    <a:pt x="52374" y="12255"/>
                  </a:lnTo>
                  <a:lnTo>
                    <a:pt x="63423" y="10210"/>
                  </a:lnTo>
                  <a:lnTo>
                    <a:pt x="74676" y="9525"/>
                  </a:lnTo>
                  <a:lnTo>
                    <a:pt x="3227451" y="9525"/>
                  </a:lnTo>
                  <a:lnTo>
                    <a:pt x="3268865" y="15646"/>
                  </a:lnTo>
                  <a:lnTo>
                    <a:pt x="3306851" y="33591"/>
                  </a:lnTo>
                  <a:lnTo>
                    <a:pt x="3337953" y="61810"/>
                  </a:lnTo>
                  <a:lnTo>
                    <a:pt x="3359454" y="97726"/>
                  </a:lnTo>
                  <a:lnTo>
                    <a:pt x="3369653" y="138328"/>
                  </a:lnTo>
                  <a:lnTo>
                    <a:pt x="3370326" y="152400"/>
                  </a:lnTo>
                  <a:lnTo>
                    <a:pt x="3370326" y="2009775"/>
                  </a:lnTo>
                  <a:lnTo>
                    <a:pt x="3364217" y="2051189"/>
                  </a:lnTo>
                  <a:lnTo>
                    <a:pt x="3346272" y="2089175"/>
                  </a:lnTo>
                  <a:lnTo>
                    <a:pt x="3318052" y="2120277"/>
                  </a:lnTo>
                  <a:lnTo>
                    <a:pt x="3282137" y="2141778"/>
                  </a:lnTo>
                  <a:lnTo>
                    <a:pt x="3241535" y="2151977"/>
                  </a:lnTo>
                  <a:lnTo>
                    <a:pt x="3227451" y="2152650"/>
                  </a:lnTo>
                  <a:lnTo>
                    <a:pt x="74676" y="2152650"/>
                  </a:lnTo>
                  <a:lnTo>
                    <a:pt x="30937" y="2141778"/>
                  </a:lnTo>
                  <a:lnTo>
                    <a:pt x="22606" y="2136864"/>
                  </a:lnTo>
                  <a:lnTo>
                    <a:pt x="0" y="2142515"/>
                  </a:lnTo>
                  <a:lnTo>
                    <a:pt x="44945" y="2159279"/>
                  </a:lnTo>
                  <a:lnTo>
                    <a:pt x="74676" y="2162175"/>
                  </a:lnTo>
                  <a:lnTo>
                    <a:pt x="3227451" y="2162175"/>
                  </a:lnTo>
                  <a:lnTo>
                    <a:pt x="3242475" y="2161451"/>
                  </a:lnTo>
                  <a:lnTo>
                    <a:pt x="3257194" y="2159279"/>
                  </a:lnTo>
                  <a:lnTo>
                    <a:pt x="3271634" y="2155660"/>
                  </a:lnTo>
                  <a:lnTo>
                    <a:pt x="3279991" y="2152650"/>
                  </a:lnTo>
                  <a:lnTo>
                    <a:pt x="3285782" y="2150580"/>
                  </a:lnTo>
                  <a:lnTo>
                    <a:pt x="3324085" y="2127643"/>
                  </a:lnTo>
                  <a:lnTo>
                    <a:pt x="3354197" y="2094471"/>
                  </a:lnTo>
                  <a:lnTo>
                    <a:pt x="3373336" y="2053958"/>
                  </a:lnTo>
                  <a:lnTo>
                    <a:pt x="3379851" y="2009775"/>
                  </a:lnTo>
                  <a:lnTo>
                    <a:pt x="3379851" y="152400"/>
                  </a:lnTo>
                  <a:close/>
                </a:path>
              </a:pathLst>
            </a:custGeom>
            <a:solidFill>
              <a:srgbClr val="4A5462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124824" y="1743526"/>
              <a:ext cx="100965" cy="2123440"/>
            </a:xfrm>
            <a:custGeom>
              <a:avLst/>
              <a:gdLst/>
              <a:ahLst/>
              <a:cxnLst/>
              <a:rect l="l" t="t" r="r" b="b"/>
              <a:pathLst>
                <a:path w="100965" h="2123440">
                  <a:moveTo>
                    <a:pt x="78005" y="2123172"/>
                  </a:moveTo>
                  <a:lnTo>
                    <a:pt x="44636" y="2098036"/>
                  </a:lnTo>
                  <a:lnTo>
                    <a:pt x="18015" y="2062186"/>
                  </a:lnTo>
                  <a:lnTo>
                    <a:pt x="2900" y="2020010"/>
                  </a:lnTo>
                  <a:lnTo>
                    <a:pt x="0" y="1990273"/>
                  </a:lnTo>
                  <a:lnTo>
                    <a:pt x="0" y="132898"/>
                  </a:lnTo>
                  <a:lnTo>
                    <a:pt x="6525" y="88725"/>
                  </a:lnTo>
                  <a:lnTo>
                    <a:pt x="25660" y="48213"/>
                  </a:lnTo>
                  <a:lnTo>
                    <a:pt x="55765" y="15032"/>
                  </a:lnTo>
                  <a:lnTo>
                    <a:pt x="78004" y="0"/>
                  </a:lnTo>
                  <a:lnTo>
                    <a:pt x="100606" y="5650"/>
                  </a:lnTo>
                  <a:lnTo>
                    <a:pt x="98464" y="6913"/>
                  </a:lnTo>
                  <a:lnTo>
                    <a:pt x="88886" y="14080"/>
                  </a:lnTo>
                  <a:lnTo>
                    <a:pt x="57345" y="53506"/>
                  </a:lnTo>
                  <a:lnTo>
                    <a:pt x="42994" y="91486"/>
                  </a:lnTo>
                  <a:lnTo>
                    <a:pt x="38099" y="132898"/>
                  </a:lnTo>
                  <a:lnTo>
                    <a:pt x="38099" y="1990273"/>
                  </a:lnTo>
                  <a:lnTo>
                    <a:pt x="42994" y="2031685"/>
                  </a:lnTo>
                  <a:lnTo>
                    <a:pt x="57345" y="2069665"/>
                  </a:lnTo>
                  <a:lnTo>
                    <a:pt x="79923" y="2100772"/>
                  </a:lnTo>
                  <a:lnTo>
                    <a:pt x="100606" y="2117522"/>
                  </a:lnTo>
                  <a:lnTo>
                    <a:pt x="78005" y="2123172"/>
                  </a:lnTo>
                  <a:close/>
                </a:path>
              </a:pathLst>
            </a:custGeom>
            <a:solidFill>
              <a:srgbClr val="00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063625" y="2827464"/>
            <a:ext cx="1242060" cy="19428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-190" dirty="0" err="1">
                <a:solidFill>
                  <a:srgbClr val="D0D5DA"/>
                </a:solidFill>
                <a:latin typeface="Dotum"/>
                <a:cs typeface="Dotum"/>
              </a:rPr>
              <a:t>음악</a:t>
            </a:r>
            <a:r>
              <a:rPr sz="1150" spc="-80" dirty="0">
                <a:solidFill>
                  <a:srgbClr val="D0D5DA"/>
                </a:solidFill>
                <a:latin typeface="Dotum"/>
                <a:cs typeface="Dotum"/>
              </a:rPr>
              <a:t> </a:t>
            </a:r>
            <a:r>
              <a:rPr lang="en-US" sz="1150" spc="-190" dirty="0">
                <a:solidFill>
                  <a:srgbClr val="D0D5DA"/>
                </a:solidFill>
                <a:latin typeface="Dotum"/>
                <a:cs typeface="Dotum"/>
              </a:rPr>
              <a:t> </a:t>
            </a:r>
            <a:r>
              <a:rPr lang="ko-KR" altLang="en-US" sz="1150" spc="-190" dirty="0">
                <a:solidFill>
                  <a:srgbClr val="D0D5DA"/>
                </a:solidFill>
                <a:latin typeface="Dotum"/>
                <a:cs typeface="Dotum"/>
              </a:rPr>
              <a:t>순위 나열</a:t>
            </a:r>
            <a:r>
              <a:rPr sz="1150" spc="-75" dirty="0">
                <a:solidFill>
                  <a:srgbClr val="D0D5DA"/>
                </a:solidFill>
                <a:latin typeface="Dotum"/>
                <a:cs typeface="Dotum"/>
              </a:rPr>
              <a:t> </a:t>
            </a:r>
            <a:r>
              <a:rPr sz="1150" spc="-190" dirty="0" err="1">
                <a:solidFill>
                  <a:srgbClr val="D0D5DA"/>
                </a:solidFill>
                <a:latin typeface="Dotum"/>
                <a:cs typeface="Dotum"/>
              </a:rPr>
              <a:t>기능</a:t>
            </a:r>
            <a:endParaRPr sz="1150" dirty="0">
              <a:latin typeface="Dotum"/>
              <a:cs typeface="Dotum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63624" y="3132264"/>
            <a:ext cx="2517775" cy="19428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ko-KR" altLang="en-US" sz="1150" dirty="0">
                <a:solidFill>
                  <a:srgbClr val="D0D5DA"/>
                </a:solidFill>
                <a:latin typeface="Dotum"/>
                <a:cs typeface="Dotum"/>
              </a:rPr>
              <a:t>자신이 선호하는 음악 공유 기능 부족</a:t>
            </a:r>
            <a:endParaRPr sz="1150" dirty="0">
              <a:latin typeface="Dotum"/>
              <a:cs typeface="Dotum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63625" y="3437064"/>
            <a:ext cx="1242060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-190" dirty="0">
                <a:solidFill>
                  <a:srgbClr val="D0D5DA"/>
                </a:solidFill>
                <a:latin typeface="Dotum"/>
                <a:cs typeface="Dotum"/>
              </a:rPr>
              <a:t>상황별</a:t>
            </a:r>
            <a:r>
              <a:rPr sz="1150" spc="-80" dirty="0">
                <a:solidFill>
                  <a:srgbClr val="D0D5DA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D0D5DA"/>
                </a:solidFill>
                <a:latin typeface="Dotum"/>
                <a:cs typeface="Dotum"/>
              </a:rPr>
              <a:t>맞춤</a:t>
            </a:r>
            <a:r>
              <a:rPr sz="1150" spc="-75" dirty="0">
                <a:solidFill>
                  <a:srgbClr val="D0D5DA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D0D5DA"/>
                </a:solidFill>
                <a:latin typeface="Dotum"/>
                <a:cs typeface="Dotum"/>
              </a:rPr>
              <a:t>추천</a:t>
            </a:r>
            <a:r>
              <a:rPr sz="1150" spc="-75" dirty="0">
                <a:solidFill>
                  <a:srgbClr val="D0D5DA"/>
                </a:solidFill>
                <a:latin typeface="Dotum"/>
                <a:cs typeface="Dotum"/>
              </a:rPr>
              <a:t> </a:t>
            </a:r>
            <a:r>
              <a:rPr sz="1150" spc="-170" dirty="0">
                <a:solidFill>
                  <a:srgbClr val="D0D5DA"/>
                </a:solidFill>
                <a:latin typeface="Dotum"/>
                <a:cs typeface="Dotum"/>
              </a:rPr>
              <a:t>부족</a:t>
            </a:r>
            <a:endParaRPr sz="1150" dirty="0">
              <a:latin typeface="Dotum"/>
              <a:cs typeface="Dotum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977262" y="2397886"/>
            <a:ext cx="1784350" cy="2876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00" b="1" spc="-95" dirty="0">
                <a:solidFill>
                  <a:srgbClr val="FFFFFF"/>
                </a:solidFill>
                <a:latin typeface="Arial"/>
                <a:cs typeface="Arial"/>
              </a:rPr>
              <a:t>JuKHUboX</a:t>
            </a:r>
            <a:r>
              <a:rPr sz="1700" spc="-95" dirty="0">
                <a:solidFill>
                  <a:srgbClr val="FFFFFF"/>
                </a:solidFill>
                <a:latin typeface="Dotum"/>
                <a:cs typeface="Dotum"/>
              </a:rPr>
              <a:t>의</a:t>
            </a:r>
            <a:r>
              <a:rPr sz="1700" spc="-105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sz="1700" spc="-350" dirty="0">
                <a:solidFill>
                  <a:srgbClr val="FFFFFF"/>
                </a:solidFill>
                <a:latin typeface="Dotum"/>
                <a:cs typeface="Dotum"/>
              </a:rPr>
              <a:t>솔루션</a:t>
            </a:r>
            <a:endParaRPr sz="1700" dirty="0">
              <a:latin typeface="Dotum"/>
              <a:cs typeface="Dotum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95299" y="780514"/>
            <a:ext cx="11387754" cy="5772684"/>
            <a:chOff x="495299" y="780514"/>
            <a:chExt cx="11387754" cy="5772684"/>
          </a:xfrm>
        </p:grpSpPr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90810" y="2906814"/>
              <a:ext cx="101418" cy="72843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90810" y="3211614"/>
              <a:ext cx="101418" cy="72843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90810" y="3516414"/>
              <a:ext cx="101418" cy="72843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9754733" y="1962066"/>
              <a:ext cx="236220" cy="343535"/>
            </a:xfrm>
            <a:custGeom>
              <a:avLst/>
              <a:gdLst/>
              <a:ahLst/>
              <a:cxnLst/>
              <a:rect l="l" t="t" r="r" b="b"/>
              <a:pathLst>
                <a:path w="236220" h="343535">
                  <a:moveTo>
                    <a:pt x="171559" y="257232"/>
                  </a:moveTo>
                  <a:lnTo>
                    <a:pt x="64324" y="257232"/>
                  </a:lnTo>
                  <a:lnTo>
                    <a:pt x="58354" y="241772"/>
                  </a:lnTo>
                  <a:lnTo>
                    <a:pt x="50429" y="227172"/>
                  </a:lnTo>
                  <a:lnTo>
                    <a:pt x="41211" y="213163"/>
                  </a:lnTo>
                  <a:lnTo>
                    <a:pt x="31358" y="199474"/>
                  </a:lnTo>
                  <a:lnTo>
                    <a:pt x="24389" y="189959"/>
                  </a:lnTo>
                  <a:lnTo>
                    <a:pt x="21039" y="185135"/>
                  </a:lnTo>
                  <a:lnTo>
                    <a:pt x="12155" y="170120"/>
                  </a:lnTo>
                  <a:lnTo>
                    <a:pt x="5544" y="153768"/>
                  </a:lnTo>
                  <a:lnTo>
                    <a:pt x="1421" y="136297"/>
                  </a:lnTo>
                  <a:lnTo>
                    <a:pt x="0" y="117928"/>
                  </a:lnTo>
                  <a:lnTo>
                    <a:pt x="9267" y="72026"/>
                  </a:lnTo>
                  <a:lnTo>
                    <a:pt x="34541" y="34541"/>
                  </a:lnTo>
                  <a:lnTo>
                    <a:pt x="72026" y="9267"/>
                  </a:lnTo>
                  <a:lnTo>
                    <a:pt x="117928" y="0"/>
                  </a:lnTo>
                  <a:lnTo>
                    <a:pt x="163826" y="9267"/>
                  </a:lnTo>
                  <a:lnTo>
                    <a:pt x="201304" y="34541"/>
                  </a:lnTo>
                  <a:lnTo>
                    <a:pt x="206932" y="42883"/>
                  </a:lnTo>
                  <a:lnTo>
                    <a:pt x="117928" y="42883"/>
                  </a:lnTo>
                  <a:lnTo>
                    <a:pt x="88705" y="48776"/>
                  </a:lnTo>
                  <a:lnTo>
                    <a:pt x="64852" y="64852"/>
                  </a:lnTo>
                  <a:lnTo>
                    <a:pt x="48776" y="88705"/>
                  </a:lnTo>
                  <a:lnTo>
                    <a:pt x="42883" y="117928"/>
                  </a:lnTo>
                  <a:lnTo>
                    <a:pt x="42883" y="123825"/>
                  </a:lnTo>
                  <a:lnTo>
                    <a:pt x="47707" y="128649"/>
                  </a:lnTo>
                  <a:lnTo>
                    <a:pt x="235032" y="128649"/>
                  </a:lnTo>
                  <a:lnTo>
                    <a:pt x="234440" y="136297"/>
                  </a:lnTo>
                  <a:lnTo>
                    <a:pt x="214857" y="185135"/>
                  </a:lnTo>
                  <a:lnTo>
                    <a:pt x="204548" y="199474"/>
                  </a:lnTo>
                  <a:lnTo>
                    <a:pt x="194725" y="213163"/>
                  </a:lnTo>
                  <a:lnTo>
                    <a:pt x="185506" y="227172"/>
                  </a:lnTo>
                  <a:lnTo>
                    <a:pt x="177562" y="241772"/>
                  </a:lnTo>
                  <a:lnTo>
                    <a:pt x="171559" y="257232"/>
                  </a:lnTo>
                  <a:close/>
                </a:path>
                <a:path w="236220" h="343535">
                  <a:moveTo>
                    <a:pt x="235032" y="128649"/>
                  </a:moveTo>
                  <a:lnTo>
                    <a:pt x="59500" y="128649"/>
                  </a:lnTo>
                  <a:lnTo>
                    <a:pt x="64324" y="123825"/>
                  </a:lnTo>
                  <a:lnTo>
                    <a:pt x="64324" y="117928"/>
                  </a:lnTo>
                  <a:lnTo>
                    <a:pt x="68535" y="97058"/>
                  </a:lnTo>
                  <a:lnTo>
                    <a:pt x="80020" y="80020"/>
                  </a:lnTo>
                  <a:lnTo>
                    <a:pt x="97058" y="68535"/>
                  </a:lnTo>
                  <a:lnTo>
                    <a:pt x="117928" y="64324"/>
                  </a:lnTo>
                  <a:lnTo>
                    <a:pt x="123825" y="64324"/>
                  </a:lnTo>
                  <a:lnTo>
                    <a:pt x="128649" y="59500"/>
                  </a:lnTo>
                  <a:lnTo>
                    <a:pt x="128649" y="47707"/>
                  </a:lnTo>
                  <a:lnTo>
                    <a:pt x="123825" y="42883"/>
                  </a:lnTo>
                  <a:lnTo>
                    <a:pt x="206932" y="42883"/>
                  </a:lnTo>
                  <a:lnTo>
                    <a:pt x="226571" y="72026"/>
                  </a:lnTo>
                  <a:lnTo>
                    <a:pt x="235844" y="117928"/>
                  </a:lnTo>
                  <a:lnTo>
                    <a:pt x="235032" y="128649"/>
                  </a:lnTo>
                  <a:close/>
                </a:path>
                <a:path w="236220" h="343535">
                  <a:moveTo>
                    <a:pt x="117928" y="343066"/>
                  </a:moveTo>
                  <a:lnTo>
                    <a:pt x="97058" y="338855"/>
                  </a:lnTo>
                  <a:lnTo>
                    <a:pt x="80020" y="327370"/>
                  </a:lnTo>
                  <a:lnTo>
                    <a:pt x="68535" y="310332"/>
                  </a:lnTo>
                  <a:lnTo>
                    <a:pt x="64324" y="289462"/>
                  </a:lnTo>
                  <a:lnTo>
                    <a:pt x="64324" y="278741"/>
                  </a:lnTo>
                  <a:lnTo>
                    <a:pt x="171533" y="278741"/>
                  </a:lnTo>
                  <a:lnTo>
                    <a:pt x="171533" y="289462"/>
                  </a:lnTo>
                  <a:lnTo>
                    <a:pt x="167322" y="310332"/>
                  </a:lnTo>
                  <a:lnTo>
                    <a:pt x="155837" y="327370"/>
                  </a:lnTo>
                  <a:lnTo>
                    <a:pt x="138798" y="338855"/>
                  </a:lnTo>
                  <a:lnTo>
                    <a:pt x="117928" y="343066"/>
                  </a:lnTo>
                  <a:close/>
                </a:path>
              </a:pathLst>
            </a:custGeom>
            <a:solidFill>
              <a:srgbClr val="000000">
                <a:alpha val="998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5299" y="6438899"/>
              <a:ext cx="114300" cy="11429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5799" y="6438899"/>
              <a:ext cx="114300" cy="114299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1606193" y="6253143"/>
              <a:ext cx="276860" cy="276860"/>
            </a:xfrm>
            <a:custGeom>
              <a:avLst/>
              <a:gdLst/>
              <a:ahLst/>
              <a:cxnLst/>
              <a:rect l="l" t="t" r="r" b="b"/>
              <a:pathLst>
                <a:path w="276859" h="276859">
                  <a:moveTo>
                    <a:pt x="34267" y="229437"/>
                  </a:moveTo>
                  <a:lnTo>
                    <a:pt x="13227" y="197736"/>
                  </a:lnTo>
                  <a:lnTo>
                    <a:pt x="29858" y="191095"/>
                  </a:lnTo>
                  <a:lnTo>
                    <a:pt x="33359" y="197736"/>
                  </a:lnTo>
                  <a:lnTo>
                    <a:pt x="33474" y="197956"/>
                  </a:lnTo>
                  <a:lnTo>
                    <a:pt x="37525" y="204545"/>
                  </a:lnTo>
                  <a:lnTo>
                    <a:pt x="41984" y="210841"/>
                  </a:lnTo>
                  <a:lnTo>
                    <a:pt x="46825" y="216823"/>
                  </a:lnTo>
                  <a:lnTo>
                    <a:pt x="34267" y="229437"/>
                  </a:lnTo>
                  <a:close/>
                </a:path>
                <a:path w="276859" h="276859">
                  <a:moveTo>
                    <a:pt x="75567" y="261584"/>
                  </a:moveTo>
                  <a:lnTo>
                    <a:pt x="67897" y="257379"/>
                  </a:lnTo>
                  <a:lnTo>
                    <a:pt x="60547" y="252724"/>
                  </a:lnTo>
                  <a:lnTo>
                    <a:pt x="53521" y="247629"/>
                  </a:lnTo>
                  <a:lnTo>
                    <a:pt x="46825" y="242106"/>
                  </a:lnTo>
                  <a:lnTo>
                    <a:pt x="59494" y="229437"/>
                  </a:lnTo>
                  <a:lnTo>
                    <a:pt x="64870" y="233849"/>
                  </a:lnTo>
                  <a:lnTo>
                    <a:pt x="70523" y="237948"/>
                  </a:lnTo>
                  <a:lnTo>
                    <a:pt x="76438" y="241711"/>
                  </a:lnTo>
                  <a:lnTo>
                    <a:pt x="82599" y="245119"/>
                  </a:lnTo>
                  <a:lnTo>
                    <a:pt x="75567" y="261584"/>
                  </a:lnTo>
                  <a:close/>
                </a:path>
                <a:path w="276859" h="276859">
                  <a:moveTo>
                    <a:pt x="6529" y="181161"/>
                  </a:moveTo>
                  <a:lnTo>
                    <a:pt x="4136" y="172928"/>
                  </a:lnTo>
                  <a:lnTo>
                    <a:pt x="2239" y="164487"/>
                  </a:lnTo>
                  <a:lnTo>
                    <a:pt x="855" y="155857"/>
                  </a:lnTo>
                  <a:lnTo>
                    <a:pt x="0" y="147060"/>
                  </a:lnTo>
                  <a:lnTo>
                    <a:pt x="17915" y="147060"/>
                  </a:lnTo>
                  <a:lnTo>
                    <a:pt x="18632" y="154121"/>
                  </a:lnTo>
                  <a:lnTo>
                    <a:pt x="19763" y="161062"/>
                  </a:lnTo>
                  <a:lnTo>
                    <a:pt x="21282" y="167866"/>
                  </a:lnTo>
                  <a:lnTo>
                    <a:pt x="23161" y="174519"/>
                  </a:lnTo>
                  <a:lnTo>
                    <a:pt x="6529" y="181161"/>
                  </a:lnTo>
                  <a:close/>
                </a:path>
                <a:path w="276859" h="276859">
                  <a:moveTo>
                    <a:pt x="17915" y="129201"/>
                  </a:moveTo>
                  <a:lnTo>
                    <a:pt x="0" y="129201"/>
                  </a:lnTo>
                  <a:lnTo>
                    <a:pt x="959" y="119547"/>
                  </a:lnTo>
                  <a:lnTo>
                    <a:pt x="2567" y="110107"/>
                  </a:lnTo>
                  <a:lnTo>
                    <a:pt x="4803" y="100908"/>
                  </a:lnTo>
                  <a:lnTo>
                    <a:pt x="7646" y="91975"/>
                  </a:lnTo>
                  <a:lnTo>
                    <a:pt x="24110" y="99007"/>
                  </a:lnTo>
                  <a:lnTo>
                    <a:pt x="21862" y="106276"/>
                  </a:lnTo>
                  <a:lnTo>
                    <a:pt x="20070" y="113748"/>
                  </a:lnTo>
                  <a:lnTo>
                    <a:pt x="18749" y="121399"/>
                  </a:lnTo>
                  <a:lnTo>
                    <a:pt x="17915" y="129201"/>
                  </a:lnTo>
                  <a:close/>
                </a:path>
                <a:path w="276859" h="276859">
                  <a:moveTo>
                    <a:pt x="31142" y="82599"/>
                  </a:moveTo>
                  <a:lnTo>
                    <a:pt x="14678" y="75511"/>
                  </a:lnTo>
                  <a:lnTo>
                    <a:pt x="18859" y="67842"/>
                  </a:lnTo>
                  <a:lnTo>
                    <a:pt x="23517" y="60491"/>
                  </a:lnTo>
                  <a:lnTo>
                    <a:pt x="28624" y="53465"/>
                  </a:lnTo>
                  <a:lnTo>
                    <a:pt x="34156" y="46769"/>
                  </a:lnTo>
                  <a:lnTo>
                    <a:pt x="46825" y="59438"/>
                  </a:lnTo>
                  <a:lnTo>
                    <a:pt x="42420" y="64878"/>
                  </a:lnTo>
                  <a:lnTo>
                    <a:pt x="38334" y="70558"/>
                  </a:lnTo>
                  <a:lnTo>
                    <a:pt x="34573" y="76469"/>
                  </a:lnTo>
                  <a:lnTo>
                    <a:pt x="31142" y="82599"/>
                  </a:lnTo>
                  <a:close/>
                </a:path>
                <a:path w="276859" h="276859">
                  <a:moveTo>
                    <a:pt x="242152" y="229437"/>
                  </a:moveTo>
                  <a:lnTo>
                    <a:pt x="235401" y="222788"/>
                  </a:lnTo>
                  <a:lnTo>
                    <a:pt x="229437" y="216823"/>
                  </a:lnTo>
                  <a:lnTo>
                    <a:pt x="233841" y="211384"/>
                  </a:lnTo>
                  <a:lnTo>
                    <a:pt x="237927" y="205703"/>
                  </a:lnTo>
                  <a:lnTo>
                    <a:pt x="241688" y="199793"/>
                  </a:lnTo>
                  <a:lnTo>
                    <a:pt x="245119" y="193662"/>
                  </a:lnTo>
                  <a:lnTo>
                    <a:pt x="261584" y="200750"/>
                  </a:lnTo>
                  <a:lnTo>
                    <a:pt x="257402" y="208396"/>
                  </a:lnTo>
                  <a:lnTo>
                    <a:pt x="252745" y="215749"/>
                  </a:lnTo>
                  <a:lnTo>
                    <a:pt x="247637" y="222788"/>
                  </a:lnTo>
                  <a:lnTo>
                    <a:pt x="242152" y="229437"/>
                  </a:lnTo>
                  <a:close/>
                </a:path>
                <a:path w="276859" h="276859">
                  <a:moveTo>
                    <a:pt x="197736" y="263035"/>
                  </a:moveTo>
                  <a:lnTo>
                    <a:pt x="191095" y="246403"/>
                  </a:lnTo>
                  <a:lnTo>
                    <a:pt x="197956" y="242787"/>
                  </a:lnTo>
                  <a:lnTo>
                    <a:pt x="204545" y="238736"/>
                  </a:lnTo>
                  <a:lnTo>
                    <a:pt x="210841" y="234277"/>
                  </a:lnTo>
                  <a:lnTo>
                    <a:pt x="216823" y="229437"/>
                  </a:lnTo>
                  <a:lnTo>
                    <a:pt x="229492" y="242050"/>
                  </a:lnTo>
                  <a:lnTo>
                    <a:pt x="222129" y="248083"/>
                  </a:lnTo>
                  <a:lnTo>
                    <a:pt x="214368" y="253610"/>
                  </a:lnTo>
                  <a:lnTo>
                    <a:pt x="206230" y="258602"/>
                  </a:lnTo>
                  <a:lnTo>
                    <a:pt x="197736" y="263035"/>
                  </a:lnTo>
                  <a:close/>
                </a:path>
                <a:path w="276859" h="276859">
                  <a:moveTo>
                    <a:pt x="59438" y="46825"/>
                  </a:moveTo>
                  <a:lnTo>
                    <a:pt x="46825" y="34211"/>
                  </a:lnTo>
                  <a:lnTo>
                    <a:pt x="54156" y="28178"/>
                  </a:lnTo>
                  <a:lnTo>
                    <a:pt x="61900" y="22652"/>
                  </a:lnTo>
                  <a:lnTo>
                    <a:pt x="70032" y="17659"/>
                  </a:lnTo>
                  <a:lnTo>
                    <a:pt x="78525" y="13227"/>
                  </a:lnTo>
                  <a:lnTo>
                    <a:pt x="85166" y="29858"/>
                  </a:lnTo>
                  <a:lnTo>
                    <a:pt x="78305" y="33474"/>
                  </a:lnTo>
                  <a:lnTo>
                    <a:pt x="71716" y="37525"/>
                  </a:lnTo>
                  <a:lnTo>
                    <a:pt x="65420" y="41984"/>
                  </a:lnTo>
                  <a:lnTo>
                    <a:pt x="59438" y="46825"/>
                  </a:lnTo>
                  <a:close/>
                </a:path>
                <a:path w="276859" h="276859">
                  <a:moveTo>
                    <a:pt x="268616" y="184286"/>
                  </a:moveTo>
                  <a:lnTo>
                    <a:pt x="252152" y="177254"/>
                  </a:lnTo>
                  <a:lnTo>
                    <a:pt x="254399" y="169985"/>
                  </a:lnTo>
                  <a:lnTo>
                    <a:pt x="256191" y="162513"/>
                  </a:lnTo>
                  <a:lnTo>
                    <a:pt x="257512" y="154862"/>
                  </a:lnTo>
                  <a:lnTo>
                    <a:pt x="258352" y="147004"/>
                  </a:lnTo>
                  <a:lnTo>
                    <a:pt x="276206" y="147004"/>
                  </a:lnTo>
                  <a:lnTo>
                    <a:pt x="275279" y="156660"/>
                  </a:lnTo>
                  <a:lnTo>
                    <a:pt x="273687" y="166106"/>
                  </a:lnTo>
                  <a:lnTo>
                    <a:pt x="271458" y="175321"/>
                  </a:lnTo>
                  <a:lnTo>
                    <a:pt x="268616" y="184286"/>
                  </a:lnTo>
                  <a:close/>
                </a:path>
                <a:path w="276859" h="276859">
                  <a:moveTo>
                    <a:pt x="147060" y="276262"/>
                  </a:moveTo>
                  <a:lnTo>
                    <a:pt x="147060" y="258347"/>
                  </a:lnTo>
                  <a:lnTo>
                    <a:pt x="154121" y="257637"/>
                  </a:lnTo>
                  <a:lnTo>
                    <a:pt x="161062" y="256519"/>
                  </a:lnTo>
                  <a:lnTo>
                    <a:pt x="167866" y="255003"/>
                  </a:lnTo>
                  <a:lnTo>
                    <a:pt x="174519" y="253100"/>
                  </a:lnTo>
                  <a:lnTo>
                    <a:pt x="181161" y="269732"/>
                  </a:lnTo>
                  <a:lnTo>
                    <a:pt x="172928" y="272126"/>
                  </a:lnTo>
                  <a:lnTo>
                    <a:pt x="164487" y="274022"/>
                  </a:lnTo>
                  <a:lnTo>
                    <a:pt x="155857" y="275406"/>
                  </a:lnTo>
                  <a:lnTo>
                    <a:pt x="147060" y="276262"/>
                  </a:lnTo>
                  <a:close/>
                </a:path>
                <a:path w="276859" h="276859">
                  <a:moveTo>
                    <a:pt x="129257" y="276206"/>
                  </a:moveTo>
                  <a:lnTo>
                    <a:pt x="119601" y="275279"/>
                  </a:lnTo>
                  <a:lnTo>
                    <a:pt x="110156" y="273687"/>
                  </a:lnTo>
                  <a:lnTo>
                    <a:pt x="100940" y="271458"/>
                  </a:lnTo>
                  <a:lnTo>
                    <a:pt x="91975" y="268616"/>
                  </a:lnTo>
                  <a:lnTo>
                    <a:pt x="99007" y="252152"/>
                  </a:lnTo>
                  <a:lnTo>
                    <a:pt x="106276" y="254399"/>
                  </a:lnTo>
                  <a:lnTo>
                    <a:pt x="113748" y="256191"/>
                  </a:lnTo>
                  <a:lnTo>
                    <a:pt x="121399" y="257512"/>
                  </a:lnTo>
                  <a:lnTo>
                    <a:pt x="129201" y="258347"/>
                  </a:lnTo>
                  <a:lnTo>
                    <a:pt x="129257" y="276206"/>
                  </a:lnTo>
                  <a:close/>
                </a:path>
                <a:path w="276859" h="276859">
                  <a:moveTo>
                    <a:pt x="276262" y="129201"/>
                  </a:moveTo>
                  <a:lnTo>
                    <a:pt x="258347" y="129201"/>
                  </a:lnTo>
                  <a:lnTo>
                    <a:pt x="257637" y="122140"/>
                  </a:lnTo>
                  <a:lnTo>
                    <a:pt x="256519" y="115199"/>
                  </a:lnTo>
                  <a:lnTo>
                    <a:pt x="255003" y="108395"/>
                  </a:lnTo>
                  <a:lnTo>
                    <a:pt x="253100" y="101742"/>
                  </a:lnTo>
                  <a:lnTo>
                    <a:pt x="269732" y="95101"/>
                  </a:lnTo>
                  <a:lnTo>
                    <a:pt x="272126" y="103333"/>
                  </a:lnTo>
                  <a:lnTo>
                    <a:pt x="274022" y="111774"/>
                  </a:lnTo>
                  <a:lnTo>
                    <a:pt x="275406" y="120404"/>
                  </a:lnTo>
                  <a:lnTo>
                    <a:pt x="276262" y="129201"/>
                  </a:lnTo>
                  <a:close/>
                </a:path>
                <a:path w="276859" h="276859">
                  <a:moveTo>
                    <a:pt x="177254" y="24110"/>
                  </a:moveTo>
                  <a:lnTo>
                    <a:pt x="169962" y="21862"/>
                  </a:lnTo>
                  <a:lnTo>
                    <a:pt x="162492" y="20070"/>
                  </a:lnTo>
                  <a:lnTo>
                    <a:pt x="154855" y="18749"/>
                  </a:lnTo>
                  <a:lnTo>
                    <a:pt x="147060" y="17915"/>
                  </a:lnTo>
                  <a:lnTo>
                    <a:pt x="147060" y="0"/>
                  </a:lnTo>
                  <a:lnTo>
                    <a:pt x="156715" y="959"/>
                  </a:lnTo>
                  <a:lnTo>
                    <a:pt x="166154" y="2567"/>
                  </a:lnTo>
                  <a:lnTo>
                    <a:pt x="175354" y="4803"/>
                  </a:lnTo>
                  <a:lnTo>
                    <a:pt x="184286" y="7646"/>
                  </a:lnTo>
                  <a:lnTo>
                    <a:pt x="177254" y="24110"/>
                  </a:lnTo>
                  <a:close/>
                </a:path>
                <a:path w="276859" h="276859">
                  <a:moveTo>
                    <a:pt x="101742" y="23161"/>
                  </a:moveTo>
                  <a:lnTo>
                    <a:pt x="129201" y="0"/>
                  </a:lnTo>
                  <a:lnTo>
                    <a:pt x="129201" y="17915"/>
                  </a:lnTo>
                  <a:lnTo>
                    <a:pt x="122140" y="18625"/>
                  </a:lnTo>
                  <a:lnTo>
                    <a:pt x="115199" y="19742"/>
                  </a:lnTo>
                  <a:lnTo>
                    <a:pt x="108395" y="21258"/>
                  </a:lnTo>
                  <a:lnTo>
                    <a:pt x="101742" y="23161"/>
                  </a:lnTo>
                  <a:close/>
                </a:path>
                <a:path w="276859" h="276859">
                  <a:moveTo>
                    <a:pt x="216879" y="46769"/>
                  </a:moveTo>
                  <a:lnTo>
                    <a:pt x="211408" y="42420"/>
                  </a:lnTo>
                  <a:lnTo>
                    <a:pt x="205731" y="38334"/>
                  </a:lnTo>
                  <a:lnTo>
                    <a:pt x="199824" y="34573"/>
                  </a:lnTo>
                  <a:lnTo>
                    <a:pt x="193718" y="31142"/>
                  </a:lnTo>
                  <a:lnTo>
                    <a:pt x="200750" y="14678"/>
                  </a:lnTo>
                  <a:lnTo>
                    <a:pt x="208420" y="18859"/>
                  </a:lnTo>
                  <a:lnTo>
                    <a:pt x="215770" y="23517"/>
                  </a:lnTo>
                  <a:lnTo>
                    <a:pt x="222796" y="28624"/>
                  </a:lnTo>
                  <a:lnTo>
                    <a:pt x="229492" y="34156"/>
                  </a:lnTo>
                  <a:lnTo>
                    <a:pt x="216879" y="46769"/>
                  </a:lnTo>
                  <a:close/>
                </a:path>
                <a:path w="276859" h="276859">
                  <a:moveTo>
                    <a:pt x="246459" y="85166"/>
                  </a:moveTo>
                  <a:lnTo>
                    <a:pt x="242927" y="78525"/>
                  </a:lnTo>
                  <a:lnTo>
                    <a:pt x="242810" y="78305"/>
                  </a:lnTo>
                  <a:lnTo>
                    <a:pt x="238743" y="71716"/>
                  </a:lnTo>
                  <a:lnTo>
                    <a:pt x="234278" y="65420"/>
                  </a:lnTo>
                  <a:lnTo>
                    <a:pt x="229437" y="59438"/>
                  </a:lnTo>
                  <a:lnTo>
                    <a:pt x="242106" y="46769"/>
                  </a:lnTo>
                  <a:lnTo>
                    <a:pt x="263090" y="78525"/>
                  </a:lnTo>
                  <a:lnTo>
                    <a:pt x="246459" y="85166"/>
                  </a:lnTo>
                  <a:close/>
                </a:path>
              </a:pathLst>
            </a:custGeom>
            <a:solidFill>
              <a:srgbClr val="6A7280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690913" y="6310907"/>
              <a:ext cx="107658" cy="15529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1999" y="780514"/>
              <a:ext cx="171449" cy="171985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106149" y="1248965"/>
              <a:ext cx="171449" cy="150018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8596262" y="2823964"/>
            <a:ext cx="1245235" cy="2108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150" spc="-190" dirty="0">
                <a:solidFill>
                  <a:srgbClr val="D0D5DA"/>
                </a:solidFill>
                <a:latin typeface="Dotum"/>
                <a:cs typeface="Dotum"/>
              </a:rPr>
              <a:t>음악</a:t>
            </a:r>
            <a:r>
              <a:rPr sz="1150" spc="-80" dirty="0">
                <a:solidFill>
                  <a:srgbClr val="D0D5DA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D0D5DA"/>
                </a:solidFill>
                <a:latin typeface="Dotum"/>
                <a:cs typeface="Dotum"/>
              </a:rPr>
              <a:t>공유</a:t>
            </a:r>
            <a:r>
              <a:rPr sz="1150" spc="-80" dirty="0">
                <a:solidFill>
                  <a:srgbClr val="D0D5DA"/>
                </a:solidFill>
                <a:latin typeface="Dotum"/>
                <a:cs typeface="Dotum"/>
              </a:rPr>
              <a:t> </a:t>
            </a:r>
            <a:r>
              <a:rPr sz="1200" spc="-120" dirty="0">
                <a:solidFill>
                  <a:srgbClr val="D0D5DA"/>
                </a:solidFill>
                <a:latin typeface="Garamond"/>
                <a:cs typeface="Garamond"/>
              </a:rPr>
              <a:t>+</a:t>
            </a:r>
            <a:r>
              <a:rPr sz="1200" spc="5" dirty="0">
                <a:solidFill>
                  <a:srgbClr val="D0D5DA"/>
                </a:solidFill>
                <a:latin typeface="Garamond"/>
                <a:cs typeface="Garamond"/>
              </a:rPr>
              <a:t> </a:t>
            </a:r>
            <a:r>
              <a:rPr sz="1150" spc="-190" dirty="0">
                <a:solidFill>
                  <a:srgbClr val="D0D5DA"/>
                </a:solidFill>
                <a:latin typeface="Dotum"/>
                <a:cs typeface="Dotum"/>
              </a:rPr>
              <a:t>맞춤</a:t>
            </a:r>
            <a:r>
              <a:rPr sz="1150" spc="-80" dirty="0">
                <a:solidFill>
                  <a:srgbClr val="D0D5DA"/>
                </a:solidFill>
                <a:latin typeface="Dotum"/>
                <a:cs typeface="Dotum"/>
              </a:rPr>
              <a:t> </a:t>
            </a:r>
            <a:r>
              <a:rPr sz="1150" spc="-165" dirty="0">
                <a:solidFill>
                  <a:srgbClr val="D0D5DA"/>
                </a:solidFill>
                <a:latin typeface="Dotum"/>
                <a:cs typeface="Dotum"/>
              </a:rPr>
              <a:t>추천</a:t>
            </a:r>
            <a:endParaRPr sz="1150" dirty="0">
              <a:latin typeface="Dotum"/>
              <a:cs typeface="Dotum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596262" y="3132264"/>
            <a:ext cx="959485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-190" dirty="0">
                <a:solidFill>
                  <a:srgbClr val="D0D5DA"/>
                </a:solidFill>
                <a:latin typeface="Dotum"/>
                <a:cs typeface="Dotum"/>
              </a:rPr>
              <a:t>상황별</a:t>
            </a:r>
            <a:r>
              <a:rPr sz="1150" spc="-75" dirty="0">
                <a:solidFill>
                  <a:srgbClr val="D0D5DA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D0D5DA"/>
                </a:solidFill>
                <a:latin typeface="Dotum"/>
                <a:cs typeface="Dotum"/>
              </a:rPr>
              <a:t>음악</a:t>
            </a:r>
            <a:r>
              <a:rPr sz="1150" spc="-75" dirty="0">
                <a:solidFill>
                  <a:srgbClr val="D0D5DA"/>
                </a:solidFill>
                <a:latin typeface="Dotum"/>
                <a:cs typeface="Dotum"/>
              </a:rPr>
              <a:t> </a:t>
            </a:r>
            <a:r>
              <a:rPr sz="1150" spc="-170" dirty="0">
                <a:solidFill>
                  <a:srgbClr val="D0D5DA"/>
                </a:solidFill>
                <a:latin typeface="Dotum"/>
                <a:cs typeface="Dotum"/>
              </a:rPr>
              <a:t>추천</a:t>
            </a:r>
            <a:endParaRPr sz="1150">
              <a:latin typeface="Dotum"/>
              <a:cs typeface="Dotum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569939" y="3458960"/>
            <a:ext cx="1421013" cy="19428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-65" dirty="0">
                <a:solidFill>
                  <a:srgbClr val="D0D5DA"/>
                </a:solidFill>
                <a:latin typeface="DejaVu Sans"/>
                <a:cs typeface="DejaVu Sans"/>
              </a:rPr>
              <a:t>SNS</a:t>
            </a:r>
            <a:r>
              <a:rPr sz="1150" spc="-7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190" dirty="0">
                <a:solidFill>
                  <a:srgbClr val="D0D5DA"/>
                </a:solidFill>
                <a:latin typeface="Dotum"/>
                <a:cs typeface="Dotum"/>
              </a:rPr>
              <a:t>형태의</a:t>
            </a:r>
            <a:r>
              <a:rPr sz="1150" spc="-80" dirty="0">
                <a:solidFill>
                  <a:srgbClr val="D0D5DA"/>
                </a:solidFill>
                <a:latin typeface="Dotum"/>
                <a:cs typeface="Dotum"/>
              </a:rPr>
              <a:t> </a:t>
            </a:r>
            <a:r>
              <a:rPr sz="1150" spc="-165" dirty="0">
                <a:solidFill>
                  <a:srgbClr val="D0D5DA"/>
                </a:solidFill>
                <a:latin typeface="Dotum"/>
                <a:cs typeface="Dotum"/>
              </a:rPr>
              <a:t>플랫폼</a:t>
            </a:r>
            <a:endParaRPr sz="1150" dirty="0">
              <a:latin typeface="Dotum"/>
              <a:cs typeface="Dot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814637" y="5062537"/>
              <a:ext cx="6562725" cy="1104900"/>
            </a:xfrm>
            <a:custGeom>
              <a:avLst/>
              <a:gdLst/>
              <a:ahLst/>
              <a:cxnLst/>
              <a:rect l="l" t="t" r="r" b="b"/>
              <a:pathLst>
                <a:path w="6562725" h="1104900">
                  <a:moveTo>
                    <a:pt x="6415086" y="1104899"/>
                  </a:moveTo>
                  <a:lnTo>
                    <a:pt x="147637" y="1104899"/>
                  </a:lnTo>
                  <a:lnTo>
                    <a:pt x="140384" y="1104722"/>
                  </a:lnTo>
                  <a:lnTo>
                    <a:pt x="97907" y="1096272"/>
                  </a:lnTo>
                  <a:lnTo>
                    <a:pt x="59681" y="1075840"/>
                  </a:lnTo>
                  <a:lnTo>
                    <a:pt x="29058" y="1045216"/>
                  </a:lnTo>
                  <a:lnTo>
                    <a:pt x="8626" y="1006991"/>
                  </a:lnTo>
                  <a:lnTo>
                    <a:pt x="177" y="964515"/>
                  </a:lnTo>
                  <a:lnTo>
                    <a:pt x="0" y="957262"/>
                  </a:lnTo>
                  <a:lnTo>
                    <a:pt x="0" y="147637"/>
                  </a:lnTo>
                  <a:lnTo>
                    <a:pt x="6355" y="104779"/>
                  </a:lnTo>
                  <a:lnTo>
                    <a:pt x="24881" y="65613"/>
                  </a:lnTo>
                  <a:lnTo>
                    <a:pt x="53975" y="33510"/>
                  </a:lnTo>
                  <a:lnTo>
                    <a:pt x="91138" y="11237"/>
                  </a:lnTo>
                  <a:lnTo>
                    <a:pt x="133165" y="709"/>
                  </a:lnTo>
                  <a:lnTo>
                    <a:pt x="147637" y="0"/>
                  </a:lnTo>
                  <a:lnTo>
                    <a:pt x="6415086" y="0"/>
                  </a:lnTo>
                  <a:lnTo>
                    <a:pt x="6457943" y="6355"/>
                  </a:lnTo>
                  <a:lnTo>
                    <a:pt x="6497109" y="24881"/>
                  </a:lnTo>
                  <a:lnTo>
                    <a:pt x="6529213" y="53975"/>
                  </a:lnTo>
                  <a:lnTo>
                    <a:pt x="6551485" y="91138"/>
                  </a:lnTo>
                  <a:lnTo>
                    <a:pt x="6562014" y="133165"/>
                  </a:lnTo>
                  <a:lnTo>
                    <a:pt x="6562724" y="147637"/>
                  </a:lnTo>
                  <a:lnTo>
                    <a:pt x="6562724" y="957262"/>
                  </a:lnTo>
                  <a:lnTo>
                    <a:pt x="6556367" y="1000119"/>
                  </a:lnTo>
                  <a:lnTo>
                    <a:pt x="6537842" y="1039284"/>
                  </a:lnTo>
                  <a:lnTo>
                    <a:pt x="6508747" y="1071388"/>
                  </a:lnTo>
                  <a:lnTo>
                    <a:pt x="6471584" y="1093661"/>
                  </a:lnTo>
                  <a:lnTo>
                    <a:pt x="6429557" y="1104190"/>
                  </a:lnTo>
                  <a:lnTo>
                    <a:pt x="6415086" y="1104899"/>
                  </a:lnTo>
                  <a:close/>
                </a:path>
              </a:pathLst>
            </a:custGeom>
            <a:solidFill>
              <a:srgbClr val="111726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2814637" y="5062537"/>
              <a:ext cx="6562725" cy="1104900"/>
            </a:xfrm>
            <a:custGeom>
              <a:avLst/>
              <a:gdLst/>
              <a:ahLst/>
              <a:cxnLst/>
              <a:rect l="l" t="t" r="r" b="b"/>
              <a:pathLst>
                <a:path w="6562725" h="1104900">
                  <a:moveTo>
                    <a:pt x="0" y="957262"/>
                  </a:moveTo>
                  <a:lnTo>
                    <a:pt x="0" y="147637"/>
                  </a:lnTo>
                  <a:lnTo>
                    <a:pt x="177" y="140384"/>
                  </a:lnTo>
                  <a:lnTo>
                    <a:pt x="8626" y="97907"/>
                  </a:lnTo>
                  <a:lnTo>
                    <a:pt x="29058" y="59681"/>
                  </a:lnTo>
                  <a:lnTo>
                    <a:pt x="59681" y="29057"/>
                  </a:lnTo>
                  <a:lnTo>
                    <a:pt x="97907" y="8626"/>
                  </a:lnTo>
                  <a:lnTo>
                    <a:pt x="140384" y="177"/>
                  </a:lnTo>
                  <a:lnTo>
                    <a:pt x="147637" y="0"/>
                  </a:lnTo>
                  <a:lnTo>
                    <a:pt x="6415086" y="0"/>
                  </a:lnTo>
                  <a:lnTo>
                    <a:pt x="6457943" y="6355"/>
                  </a:lnTo>
                  <a:lnTo>
                    <a:pt x="6497109" y="24881"/>
                  </a:lnTo>
                  <a:lnTo>
                    <a:pt x="6529213" y="53975"/>
                  </a:lnTo>
                  <a:lnTo>
                    <a:pt x="6551485" y="91138"/>
                  </a:lnTo>
                  <a:lnTo>
                    <a:pt x="6562014" y="133165"/>
                  </a:lnTo>
                  <a:lnTo>
                    <a:pt x="6562724" y="147637"/>
                  </a:lnTo>
                  <a:lnTo>
                    <a:pt x="6562724" y="957262"/>
                  </a:lnTo>
                  <a:lnTo>
                    <a:pt x="6556367" y="1000119"/>
                  </a:lnTo>
                  <a:lnTo>
                    <a:pt x="6537842" y="1039284"/>
                  </a:lnTo>
                  <a:lnTo>
                    <a:pt x="6508747" y="1071388"/>
                  </a:lnTo>
                  <a:lnTo>
                    <a:pt x="6471584" y="1093661"/>
                  </a:lnTo>
                  <a:lnTo>
                    <a:pt x="6429557" y="1104190"/>
                  </a:lnTo>
                  <a:lnTo>
                    <a:pt x="6415086" y="1104899"/>
                  </a:lnTo>
                  <a:lnTo>
                    <a:pt x="147637" y="1104899"/>
                  </a:lnTo>
                  <a:lnTo>
                    <a:pt x="104779" y="1098543"/>
                  </a:lnTo>
                  <a:lnTo>
                    <a:pt x="65614" y="1080017"/>
                  </a:lnTo>
                  <a:lnTo>
                    <a:pt x="33510" y="1050922"/>
                  </a:lnTo>
                  <a:lnTo>
                    <a:pt x="11237" y="1013760"/>
                  </a:lnTo>
                  <a:lnTo>
                    <a:pt x="708" y="971733"/>
                  </a:lnTo>
                  <a:lnTo>
                    <a:pt x="0" y="957262"/>
                  </a:lnTo>
                  <a:close/>
                </a:path>
              </a:pathLst>
            </a:custGeom>
            <a:ln w="9524">
              <a:solidFill>
                <a:srgbClr val="374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81699" y="5295899"/>
              <a:ext cx="228599" cy="2285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034555" y="5648693"/>
            <a:ext cx="6123305" cy="243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D0D5DA"/>
                </a:solidFill>
                <a:latin typeface="Dotum"/>
                <a:cs typeface="Dotum"/>
              </a:rPr>
              <a:t>PHP  </a:t>
            </a:r>
            <a:r>
              <a:rPr lang="ko-KR" altLang="en-US" sz="1500" dirty="0">
                <a:solidFill>
                  <a:srgbClr val="D0D5DA"/>
                </a:solidFill>
                <a:latin typeface="Dotum"/>
                <a:cs typeface="Dotum"/>
              </a:rPr>
              <a:t>기반  웹 어플리케이션 </a:t>
            </a:r>
            <a:r>
              <a:rPr lang="en-US" altLang="ko-KR" sz="1500" dirty="0">
                <a:solidFill>
                  <a:srgbClr val="D0D5DA"/>
                </a:solidFill>
                <a:latin typeface="Dotum"/>
                <a:cs typeface="Dotum"/>
              </a:rPr>
              <a:t>&amp; phpMyAdmin </a:t>
            </a:r>
            <a:r>
              <a:rPr lang="ko-KR" altLang="en-US" sz="1500" dirty="0">
                <a:solidFill>
                  <a:srgbClr val="D0D5DA"/>
                </a:solidFill>
                <a:latin typeface="Dotum"/>
                <a:cs typeface="Dotum"/>
              </a:rPr>
              <a:t>데이터 베이스 관리</a:t>
            </a:r>
            <a:endParaRPr sz="1500" dirty="0">
              <a:latin typeface="Dotum"/>
              <a:cs typeface="Dotum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219199" y="1990724"/>
            <a:ext cx="5486399" cy="2686050"/>
            <a:chOff x="1219199" y="1990724"/>
            <a:chExt cx="5486399" cy="268605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86399" y="1990724"/>
              <a:ext cx="1219199" cy="380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219199" y="2905124"/>
              <a:ext cx="2266950" cy="1771650"/>
            </a:xfrm>
            <a:custGeom>
              <a:avLst/>
              <a:gdLst/>
              <a:ahLst/>
              <a:cxnLst/>
              <a:rect l="l" t="t" r="r" b="b"/>
              <a:pathLst>
                <a:path w="2266950" h="1771650">
                  <a:moveTo>
                    <a:pt x="2114549" y="1771649"/>
                  </a:moveTo>
                  <a:lnTo>
                    <a:pt x="152399" y="1771649"/>
                  </a:lnTo>
                  <a:lnTo>
                    <a:pt x="137387" y="1770924"/>
                  </a:lnTo>
                  <a:lnTo>
                    <a:pt x="94079" y="1760048"/>
                  </a:lnTo>
                  <a:lnTo>
                    <a:pt x="55765" y="1737115"/>
                  </a:lnTo>
                  <a:lnTo>
                    <a:pt x="25660" y="1703934"/>
                  </a:lnTo>
                  <a:lnTo>
                    <a:pt x="6525" y="1663423"/>
                  </a:lnTo>
                  <a:lnTo>
                    <a:pt x="0" y="1619249"/>
                  </a:lnTo>
                  <a:lnTo>
                    <a:pt x="0" y="152399"/>
                  </a:lnTo>
                  <a:lnTo>
                    <a:pt x="6525" y="108226"/>
                  </a:lnTo>
                  <a:lnTo>
                    <a:pt x="25660" y="67715"/>
                  </a:lnTo>
                  <a:lnTo>
                    <a:pt x="55765" y="34533"/>
                  </a:lnTo>
                  <a:lnTo>
                    <a:pt x="94079" y="11600"/>
                  </a:lnTo>
                  <a:lnTo>
                    <a:pt x="137387" y="725"/>
                  </a:lnTo>
                  <a:lnTo>
                    <a:pt x="152399" y="0"/>
                  </a:lnTo>
                  <a:lnTo>
                    <a:pt x="2114549" y="0"/>
                  </a:lnTo>
                  <a:lnTo>
                    <a:pt x="2158722" y="6525"/>
                  </a:lnTo>
                  <a:lnTo>
                    <a:pt x="2199234" y="25660"/>
                  </a:lnTo>
                  <a:lnTo>
                    <a:pt x="2232415" y="55765"/>
                  </a:lnTo>
                  <a:lnTo>
                    <a:pt x="2255348" y="94079"/>
                  </a:lnTo>
                  <a:lnTo>
                    <a:pt x="2266224" y="137387"/>
                  </a:lnTo>
                  <a:lnTo>
                    <a:pt x="2266949" y="152399"/>
                  </a:lnTo>
                  <a:lnTo>
                    <a:pt x="2266949" y="1619249"/>
                  </a:lnTo>
                  <a:lnTo>
                    <a:pt x="2260424" y="1663423"/>
                  </a:lnTo>
                  <a:lnTo>
                    <a:pt x="2241289" y="1703934"/>
                  </a:lnTo>
                  <a:lnTo>
                    <a:pt x="2211184" y="1737115"/>
                  </a:lnTo>
                  <a:lnTo>
                    <a:pt x="2172870" y="1760048"/>
                  </a:lnTo>
                  <a:lnTo>
                    <a:pt x="2129562" y="1770924"/>
                  </a:lnTo>
                  <a:lnTo>
                    <a:pt x="2114549" y="1771649"/>
                  </a:lnTo>
                  <a:close/>
                </a:path>
              </a:pathLst>
            </a:custGeom>
            <a:solidFill>
              <a:srgbClr val="1F2937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19199" y="2905124"/>
              <a:ext cx="2266950" cy="1771650"/>
            </a:xfrm>
            <a:custGeom>
              <a:avLst/>
              <a:gdLst/>
              <a:ahLst/>
              <a:cxnLst/>
              <a:rect l="l" t="t" r="r" b="b"/>
              <a:pathLst>
                <a:path w="2266950" h="1771650">
                  <a:moveTo>
                    <a:pt x="2114549" y="1771649"/>
                  </a:moveTo>
                  <a:lnTo>
                    <a:pt x="152399" y="1771649"/>
                  </a:lnTo>
                  <a:lnTo>
                    <a:pt x="137387" y="1770924"/>
                  </a:lnTo>
                  <a:lnTo>
                    <a:pt x="94079" y="1760048"/>
                  </a:lnTo>
                  <a:lnTo>
                    <a:pt x="55765" y="1737115"/>
                  </a:lnTo>
                  <a:lnTo>
                    <a:pt x="25660" y="1703934"/>
                  </a:lnTo>
                  <a:lnTo>
                    <a:pt x="6525" y="1663423"/>
                  </a:lnTo>
                  <a:lnTo>
                    <a:pt x="0" y="1619249"/>
                  </a:lnTo>
                  <a:lnTo>
                    <a:pt x="0" y="152399"/>
                  </a:lnTo>
                  <a:lnTo>
                    <a:pt x="676" y="138395"/>
                  </a:lnTo>
                  <a:lnTo>
                    <a:pt x="725" y="137387"/>
                  </a:lnTo>
                  <a:lnTo>
                    <a:pt x="11600" y="94079"/>
                  </a:lnTo>
                  <a:lnTo>
                    <a:pt x="34533" y="55765"/>
                  </a:lnTo>
                  <a:lnTo>
                    <a:pt x="67715" y="25660"/>
                  </a:lnTo>
                  <a:lnTo>
                    <a:pt x="108226" y="6525"/>
                  </a:lnTo>
                  <a:lnTo>
                    <a:pt x="152399" y="0"/>
                  </a:lnTo>
                  <a:lnTo>
                    <a:pt x="2114549" y="0"/>
                  </a:lnTo>
                  <a:lnTo>
                    <a:pt x="2129562" y="725"/>
                  </a:lnTo>
                  <a:lnTo>
                    <a:pt x="2144287" y="2900"/>
                  </a:lnTo>
                  <a:lnTo>
                    <a:pt x="2158722" y="6525"/>
                  </a:lnTo>
                  <a:lnTo>
                    <a:pt x="2167084" y="9524"/>
                  </a:lnTo>
                  <a:lnTo>
                    <a:pt x="152399" y="9524"/>
                  </a:lnTo>
                  <a:lnTo>
                    <a:pt x="145380" y="9696"/>
                  </a:lnTo>
                  <a:lnTo>
                    <a:pt x="104274" y="17873"/>
                  </a:lnTo>
                  <a:lnTo>
                    <a:pt x="67282" y="37646"/>
                  </a:lnTo>
                  <a:lnTo>
                    <a:pt x="37646" y="67282"/>
                  </a:lnTo>
                  <a:lnTo>
                    <a:pt x="17873" y="104274"/>
                  </a:lnTo>
                  <a:lnTo>
                    <a:pt x="9696" y="145380"/>
                  </a:lnTo>
                  <a:lnTo>
                    <a:pt x="9524" y="152399"/>
                  </a:lnTo>
                  <a:lnTo>
                    <a:pt x="9524" y="1619249"/>
                  </a:lnTo>
                  <a:lnTo>
                    <a:pt x="15675" y="1660724"/>
                  </a:lnTo>
                  <a:lnTo>
                    <a:pt x="33603" y="1698626"/>
                  </a:lnTo>
                  <a:lnTo>
                    <a:pt x="61759" y="1729694"/>
                  </a:lnTo>
                  <a:lnTo>
                    <a:pt x="97724" y="1751248"/>
                  </a:lnTo>
                  <a:lnTo>
                    <a:pt x="138394" y="1761438"/>
                  </a:lnTo>
                  <a:lnTo>
                    <a:pt x="152399" y="1762124"/>
                  </a:lnTo>
                  <a:lnTo>
                    <a:pt x="2167083" y="1762124"/>
                  </a:lnTo>
                  <a:lnTo>
                    <a:pt x="2158722" y="1765124"/>
                  </a:lnTo>
                  <a:lnTo>
                    <a:pt x="2144287" y="1768749"/>
                  </a:lnTo>
                  <a:lnTo>
                    <a:pt x="2129562" y="1770924"/>
                  </a:lnTo>
                  <a:lnTo>
                    <a:pt x="2114549" y="1771649"/>
                  </a:lnTo>
                  <a:close/>
                </a:path>
                <a:path w="2266950" h="1771650">
                  <a:moveTo>
                    <a:pt x="2167083" y="1762124"/>
                  </a:moveTo>
                  <a:lnTo>
                    <a:pt x="2114549" y="1762124"/>
                  </a:lnTo>
                  <a:lnTo>
                    <a:pt x="2121568" y="1761953"/>
                  </a:lnTo>
                  <a:lnTo>
                    <a:pt x="2128553" y="1761438"/>
                  </a:lnTo>
                  <a:lnTo>
                    <a:pt x="2169225" y="1751248"/>
                  </a:lnTo>
                  <a:lnTo>
                    <a:pt x="2205189" y="1729694"/>
                  </a:lnTo>
                  <a:lnTo>
                    <a:pt x="2233345" y="1698626"/>
                  </a:lnTo>
                  <a:lnTo>
                    <a:pt x="2251273" y="1660724"/>
                  </a:lnTo>
                  <a:lnTo>
                    <a:pt x="2257424" y="1619249"/>
                  </a:lnTo>
                  <a:lnTo>
                    <a:pt x="2257424" y="152399"/>
                  </a:lnTo>
                  <a:lnTo>
                    <a:pt x="2251273" y="110925"/>
                  </a:lnTo>
                  <a:lnTo>
                    <a:pt x="2233345" y="73022"/>
                  </a:lnTo>
                  <a:lnTo>
                    <a:pt x="2205189" y="41954"/>
                  </a:lnTo>
                  <a:lnTo>
                    <a:pt x="2169225" y="20400"/>
                  </a:lnTo>
                  <a:lnTo>
                    <a:pt x="2128553" y="10211"/>
                  </a:lnTo>
                  <a:lnTo>
                    <a:pt x="2114549" y="9524"/>
                  </a:lnTo>
                  <a:lnTo>
                    <a:pt x="2167084" y="9524"/>
                  </a:lnTo>
                  <a:lnTo>
                    <a:pt x="2211184" y="34533"/>
                  </a:lnTo>
                  <a:lnTo>
                    <a:pt x="2241289" y="67715"/>
                  </a:lnTo>
                  <a:lnTo>
                    <a:pt x="2260424" y="108226"/>
                  </a:lnTo>
                  <a:lnTo>
                    <a:pt x="2266949" y="152399"/>
                  </a:lnTo>
                  <a:lnTo>
                    <a:pt x="2266949" y="1619249"/>
                  </a:lnTo>
                  <a:lnTo>
                    <a:pt x="2266273" y="1633254"/>
                  </a:lnTo>
                  <a:lnTo>
                    <a:pt x="2255348" y="1677570"/>
                  </a:lnTo>
                  <a:lnTo>
                    <a:pt x="2232415" y="1715884"/>
                  </a:lnTo>
                  <a:lnTo>
                    <a:pt x="2199234" y="1745989"/>
                  </a:lnTo>
                  <a:lnTo>
                    <a:pt x="2172870" y="1760048"/>
                  </a:lnTo>
                  <a:lnTo>
                    <a:pt x="2167083" y="1762124"/>
                  </a:lnTo>
                  <a:close/>
                </a:path>
              </a:pathLst>
            </a:custGeom>
            <a:solidFill>
              <a:srgbClr val="4A5462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4713039" y="549198"/>
            <a:ext cx="2766060" cy="126428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 marR="5080">
              <a:lnSpc>
                <a:spcPts val="4800"/>
              </a:lnSpc>
              <a:spcBef>
                <a:spcPts val="350"/>
              </a:spcBef>
            </a:pPr>
            <a:r>
              <a:rPr sz="4100" spc="-819" dirty="0"/>
              <a:t>개발</a:t>
            </a:r>
            <a:r>
              <a:rPr sz="4100" spc="-520" dirty="0"/>
              <a:t> </a:t>
            </a:r>
            <a:r>
              <a:rPr sz="4100" spc="-819" dirty="0"/>
              <a:t>시스템</a:t>
            </a:r>
            <a:r>
              <a:rPr sz="4100" spc="-520" dirty="0"/>
              <a:t> </a:t>
            </a:r>
            <a:r>
              <a:rPr sz="4100" spc="-869" dirty="0"/>
              <a:t>및 </a:t>
            </a:r>
            <a:r>
              <a:rPr sz="4100" spc="-819" dirty="0">
                <a:solidFill>
                  <a:srgbClr val="00F5FF"/>
                </a:solidFill>
              </a:rPr>
              <a:t>주요</a:t>
            </a:r>
            <a:r>
              <a:rPr sz="4100" spc="-520" dirty="0">
                <a:solidFill>
                  <a:srgbClr val="00F5FF"/>
                </a:solidFill>
              </a:rPr>
              <a:t> </a:t>
            </a:r>
            <a:r>
              <a:rPr sz="4100" spc="-819" dirty="0">
                <a:solidFill>
                  <a:srgbClr val="00F5FF"/>
                </a:solidFill>
              </a:rPr>
              <a:t>기능</a:t>
            </a:r>
            <a:r>
              <a:rPr sz="4100" spc="-520" dirty="0">
                <a:solidFill>
                  <a:srgbClr val="00F5FF"/>
                </a:solidFill>
              </a:rPr>
              <a:t> </a:t>
            </a:r>
            <a:r>
              <a:rPr sz="4100" spc="-844" dirty="0">
                <a:solidFill>
                  <a:srgbClr val="00F5FF"/>
                </a:solidFill>
              </a:rPr>
              <a:t>소개</a:t>
            </a:r>
            <a:endParaRPr sz="4100"/>
          </a:p>
        </p:txBody>
      </p:sp>
      <p:sp>
        <p:nvSpPr>
          <p:cNvPr id="16" name="object 16"/>
          <p:cNvSpPr txBox="1"/>
          <p:nvPr/>
        </p:nvSpPr>
        <p:spPr>
          <a:xfrm>
            <a:off x="3412876" y="2153285"/>
            <a:ext cx="5366385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JuKHUboX</a:t>
            </a:r>
            <a:r>
              <a:rPr sz="1600" spc="-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700" spc="-325" dirty="0">
                <a:solidFill>
                  <a:srgbClr val="D0D5DA"/>
                </a:solidFill>
                <a:latin typeface="Dotum"/>
                <a:cs typeface="Dotum"/>
              </a:rPr>
              <a:t>플랫폼의</a:t>
            </a:r>
            <a:r>
              <a:rPr sz="1700" spc="-150" dirty="0">
                <a:solidFill>
                  <a:srgbClr val="D0D5DA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D0D5DA"/>
                </a:solidFill>
                <a:latin typeface="Dotum"/>
                <a:cs typeface="Dotum"/>
              </a:rPr>
              <a:t>핵심</a:t>
            </a:r>
            <a:r>
              <a:rPr sz="1700" spc="-150" dirty="0">
                <a:solidFill>
                  <a:srgbClr val="D0D5DA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D0D5DA"/>
                </a:solidFill>
                <a:latin typeface="Dotum"/>
                <a:cs typeface="Dotum"/>
              </a:rPr>
              <a:t>기능들과</a:t>
            </a:r>
            <a:r>
              <a:rPr sz="1700" spc="-150" dirty="0">
                <a:solidFill>
                  <a:srgbClr val="D0D5DA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D0D5DA"/>
                </a:solidFill>
                <a:latin typeface="Dotum"/>
                <a:cs typeface="Dotum"/>
              </a:rPr>
              <a:t>사용자</a:t>
            </a:r>
            <a:r>
              <a:rPr sz="1700" spc="-150" dirty="0">
                <a:solidFill>
                  <a:srgbClr val="D0D5DA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D0D5DA"/>
                </a:solidFill>
                <a:latin typeface="Dotum"/>
                <a:cs typeface="Dotum"/>
              </a:rPr>
              <a:t>경험을</a:t>
            </a:r>
            <a:r>
              <a:rPr sz="1700" spc="-150" dirty="0">
                <a:solidFill>
                  <a:srgbClr val="D0D5DA"/>
                </a:solidFill>
                <a:latin typeface="Dotum"/>
                <a:cs typeface="Dotum"/>
              </a:rPr>
              <a:t> </a:t>
            </a:r>
            <a:r>
              <a:rPr sz="1700" spc="-335" dirty="0">
                <a:solidFill>
                  <a:srgbClr val="D0D5DA"/>
                </a:solidFill>
                <a:latin typeface="Dotum"/>
                <a:cs typeface="Dotum"/>
              </a:rPr>
              <a:t>살펴보겠습니다</a:t>
            </a:r>
            <a:endParaRPr sz="1700">
              <a:latin typeface="Dotum"/>
              <a:cs typeface="Dotum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55378" y="3746751"/>
            <a:ext cx="1195070" cy="687705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95"/>
              </a:spcBef>
            </a:pPr>
            <a:r>
              <a:rPr sz="1550" spc="-295" dirty="0">
                <a:solidFill>
                  <a:srgbClr val="FFFFFF"/>
                </a:solidFill>
                <a:latin typeface="Dotum"/>
                <a:cs typeface="Dotum"/>
              </a:rPr>
              <a:t>로그인</a:t>
            </a:r>
            <a:r>
              <a:rPr sz="1550" b="1" spc="-295" dirty="0">
                <a:solidFill>
                  <a:srgbClr val="FFFFFF"/>
                </a:solidFill>
                <a:latin typeface="Berlin Sans FB"/>
                <a:cs typeface="Berlin Sans FB"/>
              </a:rPr>
              <a:t>/</a:t>
            </a:r>
            <a:r>
              <a:rPr sz="1550" spc="-295" dirty="0">
                <a:solidFill>
                  <a:srgbClr val="FFFFFF"/>
                </a:solidFill>
                <a:latin typeface="Dotum"/>
                <a:cs typeface="Dotum"/>
              </a:rPr>
              <a:t>회원가입</a:t>
            </a:r>
            <a:endParaRPr sz="1550" dirty="0">
              <a:latin typeface="Dotum"/>
              <a:cs typeface="Dotum"/>
            </a:endParaRPr>
          </a:p>
          <a:p>
            <a:pPr algn="ctr">
              <a:lnSpc>
                <a:spcPct val="100000"/>
              </a:lnSpc>
              <a:spcBef>
                <a:spcPts val="865"/>
              </a:spcBef>
            </a:pPr>
            <a:r>
              <a:rPr sz="1150" spc="-190" dirty="0">
                <a:solidFill>
                  <a:srgbClr val="9CA2AF"/>
                </a:solidFill>
                <a:latin typeface="Dotum"/>
                <a:cs typeface="Dotum"/>
              </a:rPr>
              <a:t>사용자</a:t>
            </a:r>
            <a:r>
              <a:rPr sz="1150" spc="-75" dirty="0">
                <a:solidFill>
                  <a:srgbClr val="9CA2AF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9CA2AF"/>
                </a:solidFill>
                <a:latin typeface="Dotum"/>
                <a:cs typeface="Dotum"/>
              </a:rPr>
              <a:t>계정</a:t>
            </a:r>
            <a:r>
              <a:rPr sz="1150" spc="-75" dirty="0">
                <a:solidFill>
                  <a:srgbClr val="9CA2AF"/>
                </a:solidFill>
                <a:latin typeface="Dotum"/>
                <a:cs typeface="Dotum"/>
              </a:rPr>
              <a:t> </a:t>
            </a:r>
            <a:r>
              <a:rPr sz="1150" spc="-25" dirty="0">
                <a:solidFill>
                  <a:srgbClr val="9CA2AF"/>
                </a:solidFill>
                <a:latin typeface="Dotum"/>
                <a:cs typeface="Dotum"/>
              </a:rPr>
              <a:t>관리</a:t>
            </a:r>
            <a:endParaRPr sz="1150" dirty="0">
              <a:latin typeface="Dotum"/>
              <a:cs typeface="Dotum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038054" y="2905124"/>
            <a:ext cx="3943985" cy="1771650"/>
            <a:chOff x="2038054" y="2905124"/>
            <a:chExt cx="3943985" cy="1771650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8054" y="3133489"/>
              <a:ext cx="629239" cy="62918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204204" y="3331418"/>
              <a:ext cx="292735" cy="233679"/>
            </a:xfrm>
            <a:custGeom>
              <a:avLst/>
              <a:gdLst/>
              <a:ahLst/>
              <a:cxnLst/>
              <a:rect l="l" t="t" r="r" b="b"/>
              <a:pathLst>
                <a:path w="292735" h="233679">
                  <a:moveTo>
                    <a:pt x="109416" y="114537"/>
                  </a:moveTo>
                  <a:lnTo>
                    <a:pt x="71475" y="100770"/>
                  </a:lnTo>
                  <a:lnTo>
                    <a:pt x="51626" y="61687"/>
                  </a:lnTo>
                  <a:lnTo>
                    <a:pt x="51459" y="57956"/>
                  </a:lnTo>
                  <a:lnTo>
                    <a:pt x="51861" y="50462"/>
                  </a:lnTo>
                  <a:lnTo>
                    <a:pt x="73330" y="12244"/>
                  </a:lnTo>
                  <a:lnTo>
                    <a:pt x="108040" y="0"/>
                  </a:lnTo>
                  <a:lnTo>
                    <a:pt x="115535" y="401"/>
                  </a:lnTo>
                  <a:lnTo>
                    <a:pt x="153752" y="21870"/>
                  </a:lnTo>
                  <a:lnTo>
                    <a:pt x="165997" y="56580"/>
                  </a:lnTo>
                  <a:lnTo>
                    <a:pt x="165595" y="64075"/>
                  </a:lnTo>
                  <a:lnTo>
                    <a:pt x="144127" y="102292"/>
                  </a:lnTo>
                  <a:lnTo>
                    <a:pt x="109416" y="114537"/>
                  </a:lnTo>
                  <a:close/>
                </a:path>
                <a:path w="292735" h="233679">
                  <a:moveTo>
                    <a:pt x="253244" y="97208"/>
                  </a:moveTo>
                  <a:lnTo>
                    <a:pt x="231844" y="96061"/>
                  </a:lnTo>
                  <a:lnTo>
                    <a:pt x="233691" y="61597"/>
                  </a:lnTo>
                  <a:lnTo>
                    <a:pt x="238718" y="57083"/>
                  </a:lnTo>
                  <a:lnTo>
                    <a:pt x="250577" y="57718"/>
                  </a:lnTo>
                  <a:lnTo>
                    <a:pt x="255092" y="62745"/>
                  </a:lnTo>
                  <a:lnTo>
                    <a:pt x="253244" y="97208"/>
                  </a:lnTo>
                  <a:close/>
                </a:path>
                <a:path w="292735" h="233679">
                  <a:moveTo>
                    <a:pt x="286561" y="120456"/>
                  </a:moveTo>
                  <a:lnTo>
                    <a:pt x="196233" y="115614"/>
                  </a:lnTo>
                  <a:lnTo>
                    <a:pt x="191718" y="110588"/>
                  </a:lnTo>
                  <a:lnTo>
                    <a:pt x="192354" y="98728"/>
                  </a:lnTo>
                  <a:lnTo>
                    <a:pt x="197380" y="94214"/>
                  </a:lnTo>
                  <a:lnTo>
                    <a:pt x="287708" y="99056"/>
                  </a:lnTo>
                  <a:lnTo>
                    <a:pt x="292223" y="104082"/>
                  </a:lnTo>
                  <a:lnTo>
                    <a:pt x="291587" y="115942"/>
                  </a:lnTo>
                  <a:lnTo>
                    <a:pt x="286561" y="120456"/>
                  </a:lnTo>
                  <a:close/>
                </a:path>
                <a:path w="292735" h="233679">
                  <a:moveTo>
                    <a:pt x="245223" y="157587"/>
                  </a:moveTo>
                  <a:lnTo>
                    <a:pt x="233364" y="156952"/>
                  </a:lnTo>
                  <a:lnTo>
                    <a:pt x="228849" y="151925"/>
                  </a:lnTo>
                  <a:lnTo>
                    <a:pt x="230697" y="117462"/>
                  </a:lnTo>
                  <a:lnTo>
                    <a:pt x="252097" y="118609"/>
                  </a:lnTo>
                  <a:lnTo>
                    <a:pt x="250250" y="153073"/>
                  </a:lnTo>
                  <a:lnTo>
                    <a:pt x="245223" y="157587"/>
                  </a:lnTo>
                  <a:close/>
                </a:path>
                <a:path w="292735" h="233679">
                  <a:moveTo>
                    <a:pt x="193490" y="233508"/>
                  </a:moveTo>
                  <a:lnTo>
                    <a:pt x="5611" y="223437"/>
                  </a:lnTo>
                  <a:lnTo>
                    <a:pt x="0" y="217189"/>
                  </a:lnTo>
                  <a:lnTo>
                    <a:pt x="391" y="209877"/>
                  </a:lnTo>
                  <a:lnTo>
                    <a:pt x="8296" y="179264"/>
                  </a:lnTo>
                  <a:lnTo>
                    <a:pt x="26684" y="154910"/>
                  </a:lnTo>
                  <a:lnTo>
                    <a:pt x="52864" y="139231"/>
                  </a:lnTo>
                  <a:lnTo>
                    <a:pt x="84147" y="134645"/>
                  </a:lnTo>
                  <a:lnTo>
                    <a:pt x="124897" y="136829"/>
                  </a:lnTo>
                  <a:lnTo>
                    <a:pt x="155510" y="144734"/>
                  </a:lnTo>
                  <a:lnTo>
                    <a:pt x="179864" y="163121"/>
                  </a:lnTo>
                  <a:lnTo>
                    <a:pt x="195543" y="189302"/>
                  </a:lnTo>
                  <a:lnTo>
                    <a:pt x="200130" y="220585"/>
                  </a:lnTo>
                  <a:lnTo>
                    <a:pt x="199738" y="227896"/>
                  </a:lnTo>
                  <a:lnTo>
                    <a:pt x="193490" y="2335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14749" y="2905124"/>
              <a:ext cx="2266950" cy="1771650"/>
            </a:xfrm>
            <a:custGeom>
              <a:avLst/>
              <a:gdLst/>
              <a:ahLst/>
              <a:cxnLst/>
              <a:rect l="l" t="t" r="r" b="b"/>
              <a:pathLst>
                <a:path w="2266950" h="1771650">
                  <a:moveTo>
                    <a:pt x="2114549" y="1771649"/>
                  </a:moveTo>
                  <a:lnTo>
                    <a:pt x="152399" y="1771649"/>
                  </a:lnTo>
                  <a:lnTo>
                    <a:pt x="137387" y="1770924"/>
                  </a:lnTo>
                  <a:lnTo>
                    <a:pt x="94079" y="1760048"/>
                  </a:lnTo>
                  <a:lnTo>
                    <a:pt x="55765" y="1737115"/>
                  </a:lnTo>
                  <a:lnTo>
                    <a:pt x="25660" y="1703934"/>
                  </a:lnTo>
                  <a:lnTo>
                    <a:pt x="6525" y="1663423"/>
                  </a:lnTo>
                  <a:lnTo>
                    <a:pt x="0" y="1619249"/>
                  </a:lnTo>
                  <a:lnTo>
                    <a:pt x="0" y="152399"/>
                  </a:lnTo>
                  <a:lnTo>
                    <a:pt x="6525" y="108226"/>
                  </a:lnTo>
                  <a:lnTo>
                    <a:pt x="25660" y="67715"/>
                  </a:lnTo>
                  <a:lnTo>
                    <a:pt x="55765" y="34533"/>
                  </a:lnTo>
                  <a:lnTo>
                    <a:pt x="94079" y="11600"/>
                  </a:lnTo>
                  <a:lnTo>
                    <a:pt x="137387" y="725"/>
                  </a:lnTo>
                  <a:lnTo>
                    <a:pt x="152399" y="0"/>
                  </a:lnTo>
                  <a:lnTo>
                    <a:pt x="2114549" y="0"/>
                  </a:lnTo>
                  <a:lnTo>
                    <a:pt x="2158722" y="6525"/>
                  </a:lnTo>
                  <a:lnTo>
                    <a:pt x="2199234" y="25660"/>
                  </a:lnTo>
                  <a:lnTo>
                    <a:pt x="2232415" y="55765"/>
                  </a:lnTo>
                  <a:lnTo>
                    <a:pt x="2255348" y="94079"/>
                  </a:lnTo>
                  <a:lnTo>
                    <a:pt x="2266224" y="137387"/>
                  </a:lnTo>
                  <a:lnTo>
                    <a:pt x="2266949" y="152399"/>
                  </a:lnTo>
                  <a:lnTo>
                    <a:pt x="2266949" y="1619249"/>
                  </a:lnTo>
                  <a:lnTo>
                    <a:pt x="2260424" y="1663423"/>
                  </a:lnTo>
                  <a:lnTo>
                    <a:pt x="2241289" y="1703934"/>
                  </a:lnTo>
                  <a:lnTo>
                    <a:pt x="2211184" y="1737115"/>
                  </a:lnTo>
                  <a:lnTo>
                    <a:pt x="2172870" y="1760048"/>
                  </a:lnTo>
                  <a:lnTo>
                    <a:pt x="2129562" y="1770924"/>
                  </a:lnTo>
                  <a:lnTo>
                    <a:pt x="2114549" y="1771649"/>
                  </a:lnTo>
                  <a:close/>
                </a:path>
              </a:pathLst>
            </a:custGeom>
            <a:solidFill>
              <a:srgbClr val="1F2937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714749" y="2905124"/>
              <a:ext cx="2266950" cy="1771650"/>
            </a:xfrm>
            <a:custGeom>
              <a:avLst/>
              <a:gdLst/>
              <a:ahLst/>
              <a:cxnLst/>
              <a:rect l="l" t="t" r="r" b="b"/>
              <a:pathLst>
                <a:path w="2266950" h="1771650">
                  <a:moveTo>
                    <a:pt x="2114549" y="1771649"/>
                  </a:moveTo>
                  <a:lnTo>
                    <a:pt x="152399" y="1771649"/>
                  </a:lnTo>
                  <a:lnTo>
                    <a:pt x="137387" y="1770924"/>
                  </a:lnTo>
                  <a:lnTo>
                    <a:pt x="94079" y="1760048"/>
                  </a:lnTo>
                  <a:lnTo>
                    <a:pt x="55765" y="1737115"/>
                  </a:lnTo>
                  <a:lnTo>
                    <a:pt x="25660" y="1703934"/>
                  </a:lnTo>
                  <a:lnTo>
                    <a:pt x="6525" y="1663423"/>
                  </a:lnTo>
                  <a:lnTo>
                    <a:pt x="0" y="1619249"/>
                  </a:lnTo>
                  <a:lnTo>
                    <a:pt x="0" y="152399"/>
                  </a:lnTo>
                  <a:lnTo>
                    <a:pt x="676" y="138395"/>
                  </a:lnTo>
                  <a:lnTo>
                    <a:pt x="725" y="137387"/>
                  </a:lnTo>
                  <a:lnTo>
                    <a:pt x="11600" y="94079"/>
                  </a:lnTo>
                  <a:lnTo>
                    <a:pt x="34533" y="55765"/>
                  </a:lnTo>
                  <a:lnTo>
                    <a:pt x="67715" y="25660"/>
                  </a:lnTo>
                  <a:lnTo>
                    <a:pt x="108226" y="6525"/>
                  </a:lnTo>
                  <a:lnTo>
                    <a:pt x="152399" y="0"/>
                  </a:lnTo>
                  <a:lnTo>
                    <a:pt x="2114549" y="0"/>
                  </a:lnTo>
                  <a:lnTo>
                    <a:pt x="2129562" y="725"/>
                  </a:lnTo>
                  <a:lnTo>
                    <a:pt x="2144286" y="2900"/>
                  </a:lnTo>
                  <a:lnTo>
                    <a:pt x="2158722" y="6525"/>
                  </a:lnTo>
                  <a:lnTo>
                    <a:pt x="2167084" y="9524"/>
                  </a:lnTo>
                  <a:lnTo>
                    <a:pt x="152399" y="9524"/>
                  </a:lnTo>
                  <a:lnTo>
                    <a:pt x="145380" y="9696"/>
                  </a:lnTo>
                  <a:lnTo>
                    <a:pt x="104274" y="17873"/>
                  </a:lnTo>
                  <a:lnTo>
                    <a:pt x="67282" y="37646"/>
                  </a:lnTo>
                  <a:lnTo>
                    <a:pt x="37646" y="67282"/>
                  </a:lnTo>
                  <a:lnTo>
                    <a:pt x="17873" y="104274"/>
                  </a:lnTo>
                  <a:lnTo>
                    <a:pt x="9696" y="145380"/>
                  </a:lnTo>
                  <a:lnTo>
                    <a:pt x="9524" y="152399"/>
                  </a:lnTo>
                  <a:lnTo>
                    <a:pt x="9524" y="1619249"/>
                  </a:lnTo>
                  <a:lnTo>
                    <a:pt x="15675" y="1660724"/>
                  </a:lnTo>
                  <a:lnTo>
                    <a:pt x="33603" y="1698626"/>
                  </a:lnTo>
                  <a:lnTo>
                    <a:pt x="61759" y="1729694"/>
                  </a:lnTo>
                  <a:lnTo>
                    <a:pt x="97724" y="1751248"/>
                  </a:lnTo>
                  <a:lnTo>
                    <a:pt x="138394" y="1761438"/>
                  </a:lnTo>
                  <a:lnTo>
                    <a:pt x="152399" y="1762124"/>
                  </a:lnTo>
                  <a:lnTo>
                    <a:pt x="2167083" y="1762124"/>
                  </a:lnTo>
                  <a:lnTo>
                    <a:pt x="2158722" y="1765124"/>
                  </a:lnTo>
                  <a:lnTo>
                    <a:pt x="2144286" y="1768749"/>
                  </a:lnTo>
                  <a:lnTo>
                    <a:pt x="2129562" y="1770924"/>
                  </a:lnTo>
                  <a:lnTo>
                    <a:pt x="2114549" y="1771649"/>
                  </a:lnTo>
                  <a:close/>
                </a:path>
                <a:path w="2266950" h="1771650">
                  <a:moveTo>
                    <a:pt x="2167083" y="1762124"/>
                  </a:moveTo>
                  <a:lnTo>
                    <a:pt x="2114549" y="1762124"/>
                  </a:lnTo>
                  <a:lnTo>
                    <a:pt x="2121568" y="1761953"/>
                  </a:lnTo>
                  <a:lnTo>
                    <a:pt x="2128553" y="1761438"/>
                  </a:lnTo>
                  <a:lnTo>
                    <a:pt x="2169225" y="1751248"/>
                  </a:lnTo>
                  <a:lnTo>
                    <a:pt x="2205189" y="1729694"/>
                  </a:lnTo>
                  <a:lnTo>
                    <a:pt x="2233345" y="1698626"/>
                  </a:lnTo>
                  <a:lnTo>
                    <a:pt x="2251273" y="1660724"/>
                  </a:lnTo>
                  <a:lnTo>
                    <a:pt x="2257424" y="1619249"/>
                  </a:lnTo>
                  <a:lnTo>
                    <a:pt x="2257424" y="152399"/>
                  </a:lnTo>
                  <a:lnTo>
                    <a:pt x="2251273" y="110925"/>
                  </a:lnTo>
                  <a:lnTo>
                    <a:pt x="2233345" y="73022"/>
                  </a:lnTo>
                  <a:lnTo>
                    <a:pt x="2205189" y="41954"/>
                  </a:lnTo>
                  <a:lnTo>
                    <a:pt x="2169225" y="20400"/>
                  </a:lnTo>
                  <a:lnTo>
                    <a:pt x="2128553" y="10211"/>
                  </a:lnTo>
                  <a:lnTo>
                    <a:pt x="2114549" y="9524"/>
                  </a:lnTo>
                  <a:lnTo>
                    <a:pt x="2167084" y="9524"/>
                  </a:lnTo>
                  <a:lnTo>
                    <a:pt x="2211184" y="34533"/>
                  </a:lnTo>
                  <a:lnTo>
                    <a:pt x="2241289" y="67715"/>
                  </a:lnTo>
                  <a:lnTo>
                    <a:pt x="2260424" y="108226"/>
                  </a:lnTo>
                  <a:lnTo>
                    <a:pt x="2266949" y="152399"/>
                  </a:lnTo>
                  <a:lnTo>
                    <a:pt x="2266949" y="1619249"/>
                  </a:lnTo>
                  <a:lnTo>
                    <a:pt x="2266273" y="1633254"/>
                  </a:lnTo>
                  <a:lnTo>
                    <a:pt x="2255348" y="1677570"/>
                  </a:lnTo>
                  <a:lnTo>
                    <a:pt x="2232415" y="1715884"/>
                  </a:lnTo>
                  <a:lnTo>
                    <a:pt x="2199234" y="1745989"/>
                  </a:lnTo>
                  <a:lnTo>
                    <a:pt x="2172870" y="1760048"/>
                  </a:lnTo>
                  <a:lnTo>
                    <a:pt x="2167083" y="1762124"/>
                  </a:lnTo>
                  <a:close/>
                </a:path>
              </a:pathLst>
            </a:custGeom>
            <a:solidFill>
              <a:srgbClr val="4A5462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498429" y="3886568"/>
            <a:ext cx="1102270" cy="250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ko-KR" altLang="en-US" sz="1550" spc="-310" dirty="0">
                <a:solidFill>
                  <a:srgbClr val="FFFFFF"/>
                </a:solidFill>
                <a:latin typeface="Dotum"/>
                <a:cs typeface="Dotum"/>
              </a:rPr>
              <a:t>다양한 기능</a:t>
            </a:r>
            <a:endParaRPr sz="1550" dirty="0">
              <a:latin typeface="Dotum"/>
              <a:cs typeface="Dotum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04139" y="4164138"/>
            <a:ext cx="1804938" cy="371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ko-KR" altLang="en-US" sz="1150" spc="-190" dirty="0">
                <a:solidFill>
                  <a:srgbClr val="9CA2AF"/>
                </a:solidFill>
                <a:latin typeface="Dotum"/>
                <a:cs typeface="Dotum"/>
              </a:rPr>
              <a:t>다른 사용자 </a:t>
            </a:r>
            <a:r>
              <a:rPr lang="ko-KR" altLang="en-US" sz="1150" spc="-190" dirty="0" err="1">
                <a:solidFill>
                  <a:srgbClr val="9CA2AF"/>
                </a:solidFill>
                <a:latin typeface="Dotum"/>
                <a:cs typeface="Dotum"/>
              </a:rPr>
              <a:t>피드</a:t>
            </a:r>
            <a:r>
              <a:rPr lang="ko-KR" altLang="en-US" sz="1150" spc="-190" dirty="0">
                <a:solidFill>
                  <a:srgbClr val="9CA2AF"/>
                </a:solidFill>
                <a:latin typeface="Dotum"/>
                <a:cs typeface="Dotum"/>
              </a:rPr>
              <a:t> 방문</a:t>
            </a:r>
            <a:r>
              <a:rPr lang="en-US" altLang="ko-KR" sz="1150" spc="-190" dirty="0">
                <a:solidFill>
                  <a:srgbClr val="9CA2AF"/>
                </a:solidFill>
                <a:latin typeface="Dotum"/>
                <a:cs typeface="Dotum"/>
              </a:rPr>
              <a:t>, </a:t>
            </a:r>
            <a:r>
              <a:rPr lang="ko-KR" altLang="en-US" sz="1150" spc="-190" dirty="0">
                <a:solidFill>
                  <a:srgbClr val="9CA2AF"/>
                </a:solidFill>
                <a:latin typeface="Dotum"/>
                <a:cs typeface="Dotum"/>
              </a:rPr>
              <a:t>해당 </a:t>
            </a:r>
            <a:r>
              <a:rPr lang="ko-KR" altLang="en-US" sz="1150" spc="-190" dirty="0" err="1">
                <a:solidFill>
                  <a:srgbClr val="9CA2AF"/>
                </a:solidFill>
                <a:latin typeface="Dotum"/>
                <a:cs typeface="Dotum"/>
              </a:rPr>
              <a:t>피드에</a:t>
            </a:r>
            <a:r>
              <a:rPr lang="ko-KR" altLang="en-US" sz="1150" spc="-190" dirty="0">
                <a:solidFill>
                  <a:srgbClr val="9CA2AF"/>
                </a:solidFill>
                <a:latin typeface="Dotum"/>
                <a:cs typeface="Dotum"/>
              </a:rPr>
              <a:t> 선호 및 댓글 기능</a:t>
            </a:r>
            <a:endParaRPr sz="1150" dirty="0">
              <a:latin typeface="Dotum"/>
              <a:cs typeface="Dotum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533605" y="2905124"/>
            <a:ext cx="3943985" cy="1771650"/>
            <a:chOff x="4533605" y="2905124"/>
            <a:chExt cx="3943985" cy="1771650"/>
          </a:xfrm>
        </p:grpSpPr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33605" y="3133489"/>
              <a:ext cx="629239" cy="62918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724156" y="3334010"/>
              <a:ext cx="257810" cy="233679"/>
            </a:xfrm>
            <a:custGeom>
              <a:avLst/>
              <a:gdLst/>
              <a:ahLst/>
              <a:cxnLst/>
              <a:rect l="l" t="t" r="r" b="b"/>
              <a:pathLst>
                <a:path w="257810" h="233679">
                  <a:moveTo>
                    <a:pt x="214593" y="233355"/>
                  </a:moveTo>
                  <a:lnTo>
                    <a:pt x="196626" y="232392"/>
                  </a:lnTo>
                  <a:lnTo>
                    <a:pt x="196138" y="232321"/>
                  </a:lnTo>
                  <a:lnTo>
                    <a:pt x="195511" y="232332"/>
                  </a:lnTo>
                  <a:lnTo>
                    <a:pt x="159220" y="230387"/>
                  </a:lnTo>
                  <a:lnTo>
                    <a:pt x="151667" y="221978"/>
                  </a:lnTo>
                  <a:lnTo>
                    <a:pt x="154721" y="165000"/>
                  </a:lnTo>
                  <a:lnTo>
                    <a:pt x="148687" y="158282"/>
                  </a:lnTo>
                  <a:lnTo>
                    <a:pt x="104370" y="155907"/>
                  </a:lnTo>
                  <a:lnTo>
                    <a:pt x="97653" y="161940"/>
                  </a:lnTo>
                  <a:lnTo>
                    <a:pt x="94599" y="218919"/>
                  </a:lnTo>
                  <a:lnTo>
                    <a:pt x="86190" y="226472"/>
                  </a:lnTo>
                  <a:lnTo>
                    <a:pt x="50746" y="224572"/>
                  </a:lnTo>
                  <a:lnTo>
                    <a:pt x="49413" y="224411"/>
                  </a:lnTo>
                  <a:lnTo>
                    <a:pt x="48338" y="224443"/>
                  </a:lnTo>
                  <a:lnTo>
                    <a:pt x="30816" y="223504"/>
                  </a:lnTo>
                  <a:lnTo>
                    <a:pt x="23264" y="215095"/>
                  </a:lnTo>
                  <a:lnTo>
                    <a:pt x="26514" y="154461"/>
                  </a:lnTo>
                  <a:lnTo>
                    <a:pt x="26580" y="154062"/>
                  </a:lnTo>
                  <a:lnTo>
                    <a:pt x="28244" y="123031"/>
                  </a:lnTo>
                  <a:lnTo>
                    <a:pt x="5907" y="121833"/>
                  </a:lnTo>
                  <a:lnTo>
                    <a:pt x="0" y="115257"/>
                  </a:lnTo>
                  <a:lnTo>
                    <a:pt x="647" y="103175"/>
                  </a:lnTo>
                  <a:lnTo>
                    <a:pt x="2176" y="99680"/>
                  </a:lnTo>
                  <a:lnTo>
                    <a:pt x="5464" y="96726"/>
                  </a:lnTo>
                  <a:lnTo>
                    <a:pt x="125120" y="3208"/>
                  </a:lnTo>
                  <a:lnTo>
                    <a:pt x="128408" y="254"/>
                  </a:lnTo>
                  <a:lnTo>
                    <a:pt x="252818" y="109986"/>
                  </a:lnTo>
                  <a:lnTo>
                    <a:pt x="256218" y="113298"/>
                  </a:lnTo>
                  <a:lnTo>
                    <a:pt x="257810" y="116960"/>
                  </a:lnTo>
                  <a:lnTo>
                    <a:pt x="257149" y="120949"/>
                  </a:lnTo>
                  <a:lnTo>
                    <a:pt x="256719" y="128974"/>
                  </a:lnTo>
                  <a:lnTo>
                    <a:pt x="249694" y="134902"/>
                  </a:lnTo>
                  <a:lnTo>
                    <a:pt x="227848" y="133731"/>
                  </a:lnTo>
                  <a:lnTo>
                    <a:pt x="224331" y="205172"/>
                  </a:lnTo>
                  <a:lnTo>
                    <a:pt x="224267" y="206376"/>
                  </a:lnTo>
                  <a:lnTo>
                    <a:pt x="224113" y="207575"/>
                  </a:lnTo>
                  <a:lnTo>
                    <a:pt x="223915" y="208771"/>
                  </a:lnTo>
                  <a:lnTo>
                    <a:pt x="223002" y="225802"/>
                  </a:lnTo>
                  <a:lnTo>
                    <a:pt x="214593" y="233355"/>
                  </a:lnTo>
                  <a:close/>
                </a:path>
              </a:pathLst>
            </a:custGeom>
            <a:solidFill>
              <a:srgbClr val="A68B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210300" y="2905124"/>
              <a:ext cx="2266950" cy="1771650"/>
            </a:xfrm>
            <a:custGeom>
              <a:avLst/>
              <a:gdLst/>
              <a:ahLst/>
              <a:cxnLst/>
              <a:rect l="l" t="t" r="r" b="b"/>
              <a:pathLst>
                <a:path w="2266950" h="1771650">
                  <a:moveTo>
                    <a:pt x="2114549" y="1771649"/>
                  </a:moveTo>
                  <a:lnTo>
                    <a:pt x="152399" y="1771649"/>
                  </a:lnTo>
                  <a:lnTo>
                    <a:pt x="137387" y="1770924"/>
                  </a:lnTo>
                  <a:lnTo>
                    <a:pt x="94079" y="1760048"/>
                  </a:lnTo>
                  <a:lnTo>
                    <a:pt x="55765" y="1737115"/>
                  </a:lnTo>
                  <a:lnTo>
                    <a:pt x="25660" y="1703934"/>
                  </a:lnTo>
                  <a:lnTo>
                    <a:pt x="6525" y="1663423"/>
                  </a:lnTo>
                  <a:lnTo>
                    <a:pt x="0" y="1619249"/>
                  </a:lnTo>
                  <a:lnTo>
                    <a:pt x="0" y="152399"/>
                  </a:lnTo>
                  <a:lnTo>
                    <a:pt x="6525" y="108226"/>
                  </a:lnTo>
                  <a:lnTo>
                    <a:pt x="25660" y="67715"/>
                  </a:lnTo>
                  <a:lnTo>
                    <a:pt x="55765" y="34533"/>
                  </a:lnTo>
                  <a:lnTo>
                    <a:pt x="94079" y="11600"/>
                  </a:lnTo>
                  <a:lnTo>
                    <a:pt x="137387" y="725"/>
                  </a:lnTo>
                  <a:lnTo>
                    <a:pt x="152399" y="0"/>
                  </a:lnTo>
                  <a:lnTo>
                    <a:pt x="2114549" y="0"/>
                  </a:lnTo>
                  <a:lnTo>
                    <a:pt x="2158722" y="6525"/>
                  </a:lnTo>
                  <a:lnTo>
                    <a:pt x="2199234" y="25660"/>
                  </a:lnTo>
                  <a:lnTo>
                    <a:pt x="2232415" y="55765"/>
                  </a:lnTo>
                  <a:lnTo>
                    <a:pt x="2255348" y="94079"/>
                  </a:lnTo>
                  <a:lnTo>
                    <a:pt x="2266224" y="137387"/>
                  </a:lnTo>
                  <a:lnTo>
                    <a:pt x="2266949" y="152399"/>
                  </a:lnTo>
                  <a:lnTo>
                    <a:pt x="2266949" y="1619249"/>
                  </a:lnTo>
                  <a:lnTo>
                    <a:pt x="2260424" y="1663423"/>
                  </a:lnTo>
                  <a:lnTo>
                    <a:pt x="2241289" y="1703934"/>
                  </a:lnTo>
                  <a:lnTo>
                    <a:pt x="2211184" y="1737115"/>
                  </a:lnTo>
                  <a:lnTo>
                    <a:pt x="2172870" y="1760048"/>
                  </a:lnTo>
                  <a:lnTo>
                    <a:pt x="2129562" y="1770924"/>
                  </a:lnTo>
                  <a:lnTo>
                    <a:pt x="2114549" y="1771649"/>
                  </a:lnTo>
                  <a:close/>
                </a:path>
              </a:pathLst>
            </a:custGeom>
            <a:solidFill>
              <a:srgbClr val="1F2937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210300" y="2905124"/>
              <a:ext cx="2266950" cy="1771650"/>
            </a:xfrm>
            <a:custGeom>
              <a:avLst/>
              <a:gdLst/>
              <a:ahLst/>
              <a:cxnLst/>
              <a:rect l="l" t="t" r="r" b="b"/>
              <a:pathLst>
                <a:path w="2266950" h="1771650">
                  <a:moveTo>
                    <a:pt x="2114549" y="1771649"/>
                  </a:moveTo>
                  <a:lnTo>
                    <a:pt x="152399" y="1771649"/>
                  </a:lnTo>
                  <a:lnTo>
                    <a:pt x="137387" y="1770924"/>
                  </a:lnTo>
                  <a:lnTo>
                    <a:pt x="94079" y="1760048"/>
                  </a:lnTo>
                  <a:lnTo>
                    <a:pt x="55765" y="1737115"/>
                  </a:lnTo>
                  <a:lnTo>
                    <a:pt x="25660" y="1703934"/>
                  </a:lnTo>
                  <a:lnTo>
                    <a:pt x="6525" y="1663423"/>
                  </a:lnTo>
                  <a:lnTo>
                    <a:pt x="0" y="1619249"/>
                  </a:lnTo>
                  <a:lnTo>
                    <a:pt x="0" y="152399"/>
                  </a:lnTo>
                  <a:lnTo>
                    <a:pt x="676" y="138395"/>
                  </a:lnTo>
                  <a:lnTo>
                    <a:pt x="725" y="137387"/>
                  </a:lnTo>
                  <a:lnTo>
                    <a:pt x="11600" y="94079"/>
                  </a:lnTo>
                  <a:lnTo>
                    <a:pt x="34533" y="55765"/>
                  </a:lnTo>
                  <a:lnTo>
                    <a:pt x="67715" y="25660"/>
                  </a:lnTo>
                  <a:lnTo>
                    <a:pt x="108226" y="6525"/>
                  </a:lnTo>
                  <a:lnTo>
                    <a:pt x="152399" y="0"/>
                  </a:lnTo>
                  <a:lnTo>
                    <a:pt x="2114549" y="0"/>
                  </a:lnTo>
                  <a:lnTo>
                    <a:pt x="2129562" y="725"/>
                  </a:lnTo>
                  <a:lnTo>
                    <a:pt x="2144286" y="2900"/>
                  </a:lnTo>
                  <a:lnTo>
                    <a:pt x="2158722" y="6525"/>
                  </a:lnTo>
                  <a:lnTo>
                    <a:pt x="2167084" y="9524"/>
                  </a:lnTo>
                  <a:lnTo>
                    <a:pt x="152399" y="9524"/>
                  </a:lnTo>
                  <a:lnTo>
                    <a:pt x="145380" y="9696"/>
                  </a:lnTo>
                  <a:lnTo>
                    <a:pt x="104274" y="17873"/>
                  </a:lnTo>
                  <a:lnTo>
                    <a:pt x="67282" y="37646"/>
                  </a:lnTo>
                  <a:lnTo>
                    <a:pt x="37646" y="67282"/>
                  </a:lnTo>
                  <a:lnTo>
                    <a:pt x="17873" y="104274"/>
                  </a:lnTo>
                  <a:lnTo>
                    <a:pt x="9696" y="145380"/>
                  </a:lnTo>
                  <a:lnTo>
                    <a:pt x="9524" y="152399"/>
                  </a:lnTo>
                  <a:lnTo>
                    <a:pt x="9524" y="1619249"/>
                  </a:lnTo>
                  <a:lnTo>
                    <a:pt x="15675" y="1660724"/>
                  </a:lnTo>
                  <a:lnTo>
                    <a:pt x="33603" y="1698626"/>
                  </a:lnTo>
                  <a:lnTo>
                    <a:pt x="61759" y="1729694"/>
                  </a:lnTo>
                  <a:lnTo>
                    <a:pt x="97724" y="1751248"/>
                  </a:lnTo>
                  <a:lnTo>
                    <a:pt x="138394" y="1761438"/>
                  </a:lnTo>
                  <a:lnTo>
                    <a:pt x="152399" y="1762124"/>
                  </a:lnTo>
                  <a:lnTo>
                    <a:pt x="2167083" y="1762124"/>
                  </a:lnTo>
                  <a:lnTo>
                    <a:pt x="2158722" y="1765124"/>
                  </a:lnTo>
                  <a:lnTo>
                    <a:pt x="2144286" y="1768749"/>
                  </a:lnTo>
                  <a:lnTo>
                    <a:pt x="2129562" y="1770924"/>
                  </a:lnTo>
                  <a:lnTo>
                    <a:pt x="2114549" y="1771649"/>
                  </a:lnTo>
                  <a:close/>
                </a:path>
                <a:path w="2266950" h="1771650">
                  <a:moveTo>
                    <a:pt x="2167083" y="1762124"/>
                  </a:moveTo>
                  <a:lnTo>
                    <a:pt x="2114549" y="1762124"/>
                  </a:lnTo>
                  <a:lnTo>
                    <a:pt x="2121568" y="1761953"/>
                  </a:lnTo>
                  <a:lnTo>
                    <a:pt x="2128553" y="1761438"/>
                  </a:lnTo>
                  <a:lnTo>
                    <a:pt x="2169225" y="1751248"/>
                  </a:lnTo>
                  <a:lnTo>
                    <a:pt x="2205189" y="1729694"/>
                  </a:lnTo>
                  <a:lnTo>
                    <a:pt x="2233345" y="1698626"/>
                  </a:lnTo>
                  <a:lnTo>
                    <a:pt x="2251273" y="1660724"/>
                  </a:lnTo>
                  <a:lnTo>
                    <a:pt x="2256613" y="1634262"/>
                  </a:lnTo>
                  <a:lnTo>
                    <a:pt x="2256738" y="1633254"/>
                  </a:lnTo>
                  <a:lnTo>
                    <a:pt x="2257253" y="1626268"/>
                  </a:lnTo>
                  <a:lnTo>
                    <a:pt x="2257424" y="1619249"/>
                  </a:lnTo>
                  <a:lnTo>
                    <a:pt x="2257424" y="152399"/>
                  </a:lnTo>
                  <a:lnTo>
                    <a:pt x="2251273" y="110925"/>
                  </a:lnTo>
                  <a:lnTo>
                    <a:pt x="2233345" y="73022"/>
                  </a:lnTo>
                  <a:lnTo>
                    <a:pt x="2205189" y="41954"/>
                  </a:lnTo>
                  <a:lnTo>
                    <a:pt x="2169225" y="20400"/>
                  </a:lnTo>
                  <a:lnTo>
                    <a:pt x="2128553" y="10211"/>
                  </a:lnTo>
                  <a:lnTo>
                    <a:pt x="2114549" y="9524"/>
                  </a:lnTo>
                  <a:lnTo>
                    <a:pt x="2167084" y="9524"/>
                  </a:lnTo>
                  <a:lnTo>
                    <a:pt x="2211184" y="34533"/>
                  </a:lnTo>
                  <a:lnTo>
                    <a:pt x="2241289" y="67715"/>
                  </a:lnTo>
                  <a:lnTo>
                    <a:pt x="2260424" y="108226"/>
                  </a:lnTo>
                  <a:lnTo>
                    <a:pt x="2266949" y="152399"/>
                  </a:lnTo>
                  <a:lnTo>
                    <a:pt x="2266949" y="1619249"/>
                  </a:lnTo>
                  <a:lnTo>
                    <a:pt x="2266273" y="1633254"/>
                  </a:lnTo>
                  <a:lnTo>
                    <a:pt x="2255348" y="1677570"/>
                  </a:lnTo>
                  <a:lnTo>
                    <a:pt x="2232415" y="1715884"/>
                  </a:lnTo>
                  <a:lnTo>
                    <a:pt x="2199234" y="1745989"/>
                  </a:lnTo>
                  <a:lnTo>
                    <a:pt x="2172870" y="1760048"/>
                  </a:lnTo>
                  <a:lnTo>
                    <a:pt x="2167083" y="1762124"/>
                  </a:lnTo>
                  <a:close/>
                </a:path>
              </a:pathLst>
            </a:custGeom>
            <a:solidFill>
              <a:srgbClr val="4A5462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959223" y="3886568"/>
            <a:ext cx="1058485" cy="250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ko-KR" altLang="en-US" sz="1550" spc="-310" dirty="0">
                <a:solidFill>
                  <a:srgbClr val="FFFFFF"/>
                </a:solidFill>
                <a:latin typeface="Dotum"/>
                <a:cs typeface="Dotum"/>
              </a:rPr>
              <a:t>개인 </a:t>
            </a:r>
            <a:r>
              <a:rPr lang="ko-KR" altLang="en-US" sz="1550" spc="-310" dirty="0" err="1">
                <a:solidFill>
                  <a:srgbClr val="FFFFFF"/>
                </a:solidFill>
                <a:latin typeface="Dotum"/>
                <a:cs typeface="Dotum"/>
              </a:rPr>
              <a:t>피드</a:t>
            </a:r>
            <a:endParaRPr sz="1550" dirty="0">
              <a:latin typeface="Dotum"/>
              <a:cs typeface="Dotum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571051" y="4212742"/>
            <a:ext cx="1695448" cy="19428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-190" dirty="0" err="1">
                <a:solidFill>
                  <a:srgbClr val="9CA2AF"/>
                </a:solidFill>
                <a:latin typeface="Dotum"/>
                <a:cs typeface="Dotum"/>
              </a:rPr>
              <a:t>개인</a:t>
            </a:r>
            <a:r>
              <a:rPr sz="1150" spc="-80" dirty="0">
                <a:solidFill>
                  <a:srgbClr val="9CA2AF"/>
                </a:solidFill>
                <a:latin typeface="Dotum"/>
                <a:cs typeface="Dotum"/>
              </a:rPr>
              <a:t> </a:t>
            </a:r>
            <a:r>
              <a:rPr lang="ko-KR" altLang="en-US" sz="1150" spc="-80" dirty="0">
                <a:solidFill>
                  <a:srgbClr val="9CA2AF"/>
                </a:solidFill>
                <a:latin typeface="Dotum"/>
                <a:cs typeface="Dotum"/>
              </a:rPr>
              <a:t>별 </a:t>
            </a:r>
            <a:r>
              <a:rPr sz="1150" spc="-190" dirty="0" err="1">
                <a:solidFill>
                  <a:srgbClr val="9CA2AF"/>
                </a:solidFill>
                <a:latin typeface="Dotum"/>
                <a:cs typeface="Dotum"/>
              </a:rPr>
              <a:t>음악</a:t>
            </a:r>
            <a:r>
              <a:rPr sz="1150" spc="-80" dirty="0">
                <a:solidFill>
                  <a:srgbClr val="9CA2AF"/>
                </a:solidFill>
                <a:latin typeface="Dotum"/>
                <a:cs typeface="Dotum"/>
              </a:rPr>
              <a:t> </a:t>
            </a:r>
            <a:r>
              <a:rPr sz="1150" spc="-190" dirty="0" err="1">
                <a:solidFill>
                  <a:srgbClr val="9CA2AF"/>
                </a:solidFill>
                <a:latin typeface="Dotum"/>
                <a:cs typeface="Dotum"/>
              </a:rPr>
              <a:t>피드</a:t>
            </a:r>
            <a:r>
              <a:rPr sz="1150" spc="-75" dirty="0">
                <a:solidFill>
                  <a:srgbClr val="9CA2AF"/>
                </a:solidFill>
                <a:latin typeface="Dotum"/>
                <a:cs typeface="Dotum"/>
              </a:rPr>
              <a:t> </a:t>
            </a:r>
            <a:r>
              <a:rPr lang="ko-KR" altLang="en-US" sz="1150" spc="-170" dirty="0">
                <a:solidFill>
                  <a:srgbClr val="9CA2AF"/>
                </a:solidFill>
                <a:latin typeface="Dotum"/>
                <a:cs typeface="Dotum"/>
              </a:rPr>
              <a:t>관리 기능</a:t>
            </a:r>
            <a:endParaRPr sz="1150" dirty="0">
              <a:latin typeface="Dotum"/>
              <a:cs typeface="Dotum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029154" y="2905124"/>
            <a:ext cx="3943985" cy="1771650"/>
            <a:chOff x="7029154" y="2905124"/>
            <a:chExt cx="3943985" cy="1771650"/>
          </a:xfrm>
        </p:grpSpPr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29154" y="3133489"/>
              <a:ext cx="629239" cy="62918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44634" y="3343423"/>
              <a:ext cx="199176" cy="209761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8705849" y="2905124"/>
              <a:ext cx="2266950" cy="1771650"/>
            </a:xfrm>
            <a:custGeom>
              <a:avLst/>
              <a:gdLst/>
              <a:ahLst/>
              <a:cxnLst/>
              <a:rect l="l" t="t" r="r" b="b"/>
              <a:pathLst>
                <a:path w="2266950" h="1771650">
                  <a:moveTo>
                    <a:pt x="2114549" y="1771649"/>
                  </a:moveTo>
                  <a:lnTo>
                    <a:pt x="152399" y="1771649"/>
                  </a:lnTo>
                  <a:lnTo>
                    <a:pt x="137387" y="1770924"/>
                  </a:lnTo>
                  <a:lnTo>
                    <a:pt x="94079" y="1760048"/>
                  </a:lnTo>
                  <a:lnTo>
                    <a:pt x="55765" y="1737115"/>
                  </a:lnTo>
                  <a:lnTo>
                    <a:pt x="25660" y="1703934"/>
                  </a:lnTo>
                  <a:lnTo>
                    <a:pt x="6525" y="1663423"/>
                  </a:lnTo>
                  <a:lnTo>
                    <a:pt x="0" y="1619249"/>
                  </a:lnTo>
                  <a:lnTo>
                    <a:pt x="0" y="152399"/>
                  </a:lnTo>
                  <a:lnTo>
                    <a:pt x="6525" y="108226"/>
                  </a:lnTo>
                  <a:lnTo>
                    <a:pt x="25660" y="67715"/>
                  </a:lnTo>
                  <a:lnTo>
                    <a:pt x="55765" y="34533"/>
                  </a:lnTo>
                  <a:lnTo>
                    <a:pt x="94079" y="11600"/>
                  </a:lnTo>
                  <a:lnTo>
                    <a:pt x="137387" y="725"/>
                  </a:lnTo>
                  <a:lnTo>
                    <a:pt x="152399" y="0"/>
                  </a:lnTo>
                  <a:lnTo>
                    <a:pt x="2114549" y="0"/>
                  </a:lnTo>
                  <a:lnTo>
                    <a:pt x="2158722" y="6525"/>
                  </a:lnTo>
                  <a:lnTo>
                    <a:pt x="2199234" y="25660"/>
                  </a:lnTo>
                  <a:lnTo>
                    <a:pt x="2232415" y="55765"/>
                  </a:lnTo>
                  <a:lnTo>
                    <a:pt x="2255348" y="94079"/>
                  </a:lnTo>
                  <a:lnTo>
                    <a:pt x="2266224" y="137387"/>
                  </a:lnTo>
                  <a:lnTo>
                    <a:pt x="2266949" y="152399"/>
                  </a:lnTo>
                  <a:lnTo>
                    <a:pt x="2266949" y="1619249"/>
                  </a:lnTo>
                  <a:lnTo>
                    <a:pt x="2260424" y="1663423"/>
                  </a:lnTo>
                  <a:lnTo>
                    <a:pt x="2241289" y="1703934"/>
                  </a:lnTo>
                  <a:lnTo>
                    <a:pt x="2211184" y="1737115"/>
                  </a:lnTo>
                  <a:lnTo>
                    <a:pt x="2172870" y="1760048"/>
                  </a:lnTo>
                  <a:lnTo>
                    <a:pt x="2129562" y="1770924"/>
                  </a:lnTo>
                  <a:lnTo>
                    <a:pt x="2114549" y="1771649"/>
                  </a:lnTo>
                  <a:close/>
                </a:path>
              </a:pathLst>
            </a:custGeom>
            <a:solidFill>
              <a:srgbClr val="1F2937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705849" y="2905124"/>
              <a:ext cx="2266950" cy="1771650"/>
            </a:xfrm>
            <a:custGeom>
              <a:avLst/>
              <a:gdLst/>
              <a:ahLst/>
              <a:cxnLst/>
              <a:rect l="l" t="t" r="r" b="b"/>
              <a:pathLst>
                <a:path w="2266950" h="1771650">
                  <a:moveTo>
                    <a:pt x="2114549" y="1771649"/>
                  </a:moveTo>
                  <a:lnTo>
                    <a:pt x="152399" y="1771649"/>
                  </a:lnTo>
                  <a:lnTo>
                    <a:pt x="137387" y="1770924"/>
                  </a:lnTo>
                  <a:lnTo>
                    <a:pt x="94079" y="1760048"/>
                  </a:lnTo>
                  <a:lnTo>
                    <a:pt x="55765" y="1737115"/>
                  </a:lnTo>
                  <a:lnTo>
                    <a:pt x="25660" y="1703934"/>
                  </a:lnTo>
                  <a:lnTo>
                    <a:pt x="6525" y="1663423"/>
                  </a:lnTo>
                  <a:lnTo>
                    <a:pt x="0" y="1619249"/>
                  </a:lnTo>
                  <a:lnTo>
                    <a:pt x="0" y="152399"/>
                  </a:lnTo>
                  <a:lnTo>
                    <a:pt x="676" y="138395"/>
                  </a:lnTo>
                  <a:lnTo>
                    <a:pt x="725" y="137387"/>
                  </a:lnTo>
                  <a:lnTo>
                    <a:pt x="11600" y="94079"/>
                  </a:lnTo>
                  <a:lnTo>
                    <a:pt x="34533" y="55765"/>
                  </a:lnTo>
                  <a:lnTo>
                    <a:pt x="67715" y="25660"/>
                  </a:lnTo>
                  <a:lnTo>
                    <a:pt x="108226" y="6525"/>
                  </a:lnTo>
                  <a:lnTo>
                    <a:pt x="152399" y="0"/>
                  </a:lnTo>
                  <a:lnTo>
                    <a:pt x="2114549" y="0"/>
                  </a:lnTo>
                  <a:lnTo>
                    <a:pt x="2129562" y="725"/>
                  </a:lnTo>
                  <a:lnTo>
                    <a:pt x="2144287" y="2900"/>
                  </a:lnTo>
                  <a:lnTo>
                    <a:pt x="2158722" y="6525"/>
                  </a:lnTo>
                  <a:lnTo>
                    <a:pt x="2167084" y="9524"/>
                  </a:lnTo>
                  <a:lnTo>
                    <a:pt x="152399" y="9524"/>
                  </a:lnTo>
                  <a:lnTo>
                    <a:pt x="145380" y="9696"/>
                  </a:lnTo>
                  <a:lnTo>
                    <a:pt x="104274" y="17873"/>
                  </a:lnTo>
                  <a:lnTo>
                    <a:pt x="67282" y="37646"/>
                  </a:lnTo>
                  <a:lnTo>
                    <a:pt x="37646" y="67282"/>
                  </a:lnTo>
                  <a:lnTo>
                    <a:pt x="17873" y="104274"/>
                  </a:lnTo>
                  <a:lnTo>
                    <a:pt x="9696" y="145380"/>
                  </a:lnTo>
                  <a:lnTo>
                    <a:pt x="9524" y="152399"/>
                  </a:lnTo>
                  <a:lnTo>
                    <a:pt x="9524" y="1619249"/>
                  </a:lnTo>
                  <a:lnTo>
                    <a:pt x="15675" y="1660724"/>
                  </a:lnTo>
                  <a:lnTo>
                    <a:pt x="33603" y="1698626"/>
                  </a:lnTo>
                  <a:lnTo>
                    <a:pt x="61759" y="1729694"/>
                  </a:lnTo>
                  <a:lnTo>
                    <a:pt x="97724" y="1751248"/>
                  </a:lnTo>
                  <a:lnTo>
                    <a:pt x="138394" y="1761438"/>
                  </a:lnTo>
                  <a:lnTo>
                    <a:pt x="152399" y="1762124"/>
                  </a:lnTo>
                  <a:lnTo>
                    <a:pt x="2167083" y="1762124"/>
                  </a:lnTo>
                  <a:lnTo>
                    <a:pt x="2158722" y="1765124"/>
                  </a:lnTo>
                  <a:lnTo>
                    <a:pt x="2144287" y="1768749"/>
                  </a:lnTo>
                  <a:lnTo>
                    <a:pt x="2129562" y="1770924"/>
                  </a:lnTo>
                  <a:lnTo>
                    <a:pt x="2114549" y="1771649"/>
                  </a:lnTo>
                  <a:close/>
                </a:path>
                <a:path w="2266950" h="1771650">
                  <a:moveTo>
                    <a:pt x="2167083" y="1762124"/>
                  </a:moveTo>
                  <a:lnTo>
                    <a:pt x="2114549" y="1762124"/>
                  </a:lnTo>
                  <a:lnTo>
                    <a:pt x="2121568" y="1761953"/>
                  </a:lnTo>
                  <a:lnTo>
                    <a:pt x="2128553" y="1761438"/>
                  </a:lnTo>
                  <a:lnTo>
                    <a:pt x="2169225" y="1751248"/>
                  </a:lnTo>
                  <a:lnTo>
                    <a:pt x="2205189" y="1729694"/>
                  </a:lnTo>
                  <a:lnTo>
                    <a:pt x="2233345" y="1698626"/>
                  </a:lnTo>
                  <a:lnTo>
                    <a:pt x="2251273" y="1660724"/>
                  </a:lnTo>
                  <a:lnTo>
                    <a:pt x="2257424" y="1619249"/>
                  </a:lnTo>
                  <a:lnTo>
                    <a:pt x="2257424" y="152399"/>
                  </a:lnTo>
                  <a:lnTo>
                    <a:pt x="2251273" y="110925"/>
                  </a:lnTo>
                  <a:lnTo>
                    <a:pt x="2233345" y="73022"/>
                  </a:lnTo>
                  <a:lnTo>
                    <a:pt x="2205189" y="41954"/>
                  </a:lnTo>
                  <a:lnTo>
                    <a:pt x="2169225" y="20400"/>
                  </a:lnTo>
                  <a:lnTo>
                    <a:pt x="2128553" y="10211"/>
                  </a:lnTo>
                  <a:lnTo>
                    <a:pt x="2114549" y="9524"/>
                  </a:lnTo>
                  <a:lnTo>
                    <a:pt x="2167084" y="9524"/>
                  </a:lnTo>
                  <a:lnTo>
                    <a:pt x="2211184" y="34533"/>
                  </a:lnTo>
                  <a:lnTo>
                    <a:pt x="2241289" y="67715"/>
                  </a:lnTo>
                  <a:lnTo>
                    <a:pt x="2260424" y="108226"/>
                  </a:lnTo>
                  <a:lnTo>
                    <a:pt x="2266949" y="152399"/>
                  </a:lnTo>
                  <a:lnTo>
                    <a:pt x="2266949" y="1619249"/>
                  </a:lnTo>
                  <a:lnTo>
                    <a:pt x="2266273" y="1633254"/>
                  </a:lnTo>
                  <a:lnTo>
                    <a:pt x="2255348" y="1677570"/>
                  </a:lnTo>
                  <a:lnTo>
                    <a:pt x="2232415" y="1715884"/>
                  </a:lnTo>
                  <a:lnTo>
                    <a:pt x="2199234" y="1745989"/>
                  </a:lnTo>
                  <a:lnTo>
                    <a:pt x="2172870" y="1760048"/>
                  </a:lnTo>
                  <a:lnTo>
                    <a:pt x="2167083" y="1762124"/>
                  </a:lnTo>
                  <a:close/>
                </a:path>
              </a:pathLst>
            </a:custGeom>
            <a:solidFill>
              <a:srgbClr val="4A5462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9489528" y="3886568"/>
            <a:ext cx="699770" cy="261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spc="-310" dirty="0">
                <a:solidFill>
                  <a:srgbClr val="FFFFFF"/>
                </a:solidFill>
                <a:latin typeface="Dotum"/>
                <a:cs typeface="Dotum"/>
              </a:rPr>
              <a:t>음악</a:t>
            </a:r>
            <a:r>
              <a:rPr sz="1550" spc="-180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sz="1550" spc="-335" dirty="0">
                <a:solidFill>
                  <a:srgbClr val="FFFFFF"/>
                </a:solidFill>
                <a:latin typeface="Dotum"/>
                <a:cs typeface="Dotum"/>
              </a:rPr>
              <a:t>추천</a:t>
            </a:r>
            <a:endParaRPr sz="1550">
              <a:latin typeface="Dotum"/>
              <a:cs typeface="Dotum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027437" y="4227639"/>
            <a:ext cx="1697713" cy="19428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ko-KR" altLang="en-US" sz="1150" spc="-190" dirty="0">
                <a:solidFill>
                  <a:srgbClr val="9CA2AF"/>
                </a:solidFill>
                <a:latin typeface="Dotum"/>
                <a:cs typeface="Dotum"/>
              </a:rPr>
              <a:t>감정</a:t>
            </a:r>
            <a:r>
              <a:rPr lang="en-US" altLang="ko-KR" sz="1150" spc="-190" dirty="0">
                <a:solidFill>
                  <a:srgbClr val="9CA2AF"/>
                </a:solidFill>
                <a:latin typeface="Dotum"/>
                <a:cs typeface="Dotum"/>
              </a:rPr>
              <a:t>, </a:t>
            </a:r>
            <a:r>
              <a:rPr lang="ko-KR" altLang="en-US" sz="1150" spc="-190" dirty="0">
                <a:solidFill>
                  <a:srgbClr val="9CA2AF"/>
                </a:solidFill>
                <a:latin typeface="Dotum"/>
                <a:cs typeface="Dotum"/>
              </a:rPr>
              <a:t>상황 기반 음악 추천 기능</a:t>
            </a:r>
            <a:endParaRPr sz="1150" dirty="0">
              <a:latin typeface="Dotum"/>
              <a:cs typeface="Dotum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95299" y="913685"/>
            <a:ext cx="11387701" cy="5639513"/>
            <a:chOff x="495299" y="913685"/>
            <a:chExt cx="11387701" cy="5639513"/>
          </a:xfrm>
        </p:grpSpPr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524704" y="3133489"/>
              <a:ext cx="629239" cy="62918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721077" y="3338089"/>
              <a:ext cx="236492" cy="219918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95299" y="6438899"/>
              <a:ext cx="114300" cy="114299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85799" y="6438899"/>
              <a:ext cx="114300" cy="114299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11535655" y="6252805"/>
              <a:ext cx="347345" cy="275590"/>
            </a:xfrm>
            <a:custGeom>
              <a:avLst/>
              <a:gdLst/>
              <a:ahLst/>
              <a:cxnLst/>
              <a:rect l="l" t="t" r="r" b="b"/>
              <a:pathLst>
                <a:path w="347345" h="275590">
                  <a:moveTo>
                    <a:pt x="131994" y="36830"/>
                  </a:moveTo>
                  <a:lnTo>
                    <a:pt x="42511" y="36830"/>
                  </a:lnTo>
                  <a:lnTo>
                    <a:pt x="48403" y="33020"/>
                  </a:lnTo>
                  <a:lnTo>
                    <a:pt x="55121" y="29210"/>
                  </a:lnTo>
                  <a:lnTo>
                    <a:pt x="62445" y="25400"/>
                  </a:lnTo>
                  <a:lnTo>
                    <a:pt x="66850" y="5080"/>
                  </a:lnTo>
                  <a:lnTo>
                    <a:pt x="70815" y="0"/>
                  </a:lnTo>
                  <a:lnTo>
                    <a:pt x="98513" y="0"/>
                  </a:lnTo>
                  <a:lnTo>
                    <a:pt x="103690" y="1270"/>
                  </a:lnTo>
                  <a:lnTo>
                    <a:pt x="107654" y="5080"/>
                  </a:lnTo>
                  <a:lnTo>
                    <a:pt x="108701" y="10160"/>
                  </a:lnTo>
                  <a:lnTo>
                    <a:pt x="112060" y="25400"/>
                  </a:lnTo>
                  <a:lnTo>
                    <a:pt x="119328" y="27940"/>
                  </a:lnTo>
                  <a:lnTo>
                    <a:pt x="126102" y="33020"/>
                  </a:lnTo>
                  <a:lnTo>
                    <a:pt x="131994" y="36830"/>
                  </a:lnTo>
                  <a:close/>
                </a:path>
                <a:path w="347345" h="275590">
                  <a:moveTo>
                    <a:pt x="21971" y="153670"/>
                  </a:moveTo>
                  <a:lnTo>
                    <a:pt x="4680" y="133350"/>
                  </a:lnTo>
                  <a:lnTo>
                    <a:pt x="3303" y="130810"/>
                  </a:lnTo>
                  <a:lnTo>
                    <a:pt x="2037" y="128270"/>
                  </a:lnTo>
                  <a:lnTo>
                    <a:pt x="0" y="123190"/>
                  </a:lnTo>
                  <a:lnTo>
                    <a:pt x="1541" y="118110"/>
                  </a:lnTo>
                  <a:lnTo>
                    <a:pt x="17676" y="102870"/>
                  </a:lnTo>
                  <a:lnTo>
                    <a:pt x="17070" y="99060"/>
                  </a:lnTo>
                  <a:lnTo>
                    <a:pt x="16740" y="95250"/>
                  </a:lnTo>
                  <a:lnTo>
                    <a:pt x="16740" y="87630"/>
                  </a:lnTo>
                  <a:lnTo>
                    <a:pt x="16960" y="85090"/>
                  </a:lnTo>
                  <a:lnTo>
                    <a:pt x="17070" y="83820"/>
                  </a:lnTo>
                  <a:lnTo>
                    <a:pt x="17676" y="80010"/>
                  </a:lnTo>
                  <a:lnTo>
                    <a:pt x="5396" y="69795"/>
                  </a:lnTo>
                  <a:lnTo>
                    <a:pt x="1541" y="66040"/>
                  </a:lnTo>
                  <a:lnTo>
                    <a:pt x="0" y="60960"/>
                  </a:lnTo>
                  <a:lnTo>
                    <a:pt x="3303" y="53340"/>
                  </a:lnTo>
                  <a:lnTo>
                    <a:pt x="4680" y="49530"/>
                  </a:lnTo>
                  <a:lnTo>
                    <a:pt x="7874" y="44450"/>
                  </a:lnTo>
                  <a:lnTo>
                    <a:pt x="9581" y="41910"/>
                  </a:lnTo>
                  <a:lnTo>
                    <a:pt x="11398" y="39370"/>
                  </a:lnTo>
                  <a:lnTo>
                    <a:pt x="16464" y="31750"/>
                  </a:lnTo>
                  <a:lnTo>
                    <a:pt x="21971" y="30480"/>
                  </a:lnTo>
                  <a:lnTo>
                    <a:pt x="26927" y="31750"/>
                  </a:lnTo>
                  <a:lnTo>
                    <a:pt x="42511" y="36830"/>
                  </a:lnTo>
                  <a:lnTo>
                    <a:pt x="161362" y="36830"/>
                  </a:lnTo>
                  <a:lnTo>
                    <a:pt x="163051" y="39370"/>
                  </a:lnTo>
                  <a:lnTo>
                    <a:pt x="164868" y="41910"/>
                  </a:lnTo>
                  <a:lnTo>
                    <a:pt x="166520" y="44450"/>
                  </a:lnTo>
                  <a:lnTo>
                    <a:pt x="168227" y="46990"/>
                  </a:lnTo>
                  <a:lnTo>
                    <a:pt x="169769" y="49530"/>
                  </a:lnTo>
                  <a:lnTo>
                    <a:pt x="171146" y="53340"/>
                  </a:lnTo>
                  <a:lnTo>
                    <a:pt x="172412" y="55880"/>
                  </a:lnTo>
                  <a:lnTo>
                    <a:pt x="174450" y="60960"/>
                  </a:lnTo>
                  <a:lnTo>
                    <a:pt x="172908" y="66040"/>
                  </a:lnTo>
                  <a:lnTo>
                    <a:pt x="80348" y="66040"/>
                  </a:lnTo>
                  <a:lnTo>
                    <a:pt x="73871" y="68580"/>
                  </a:lnTo>
                  <a:lnTo>
                    <a:pt x="60793" y="88900"/>
                  </a:lnTo>
                  <a:lnTo>
                    <a:pt x="60793" y="95250"/>
                  </a:lnTo>
                  <a:lnTo>
                    <a:pt x="80348" y="118110"/>
                  </a:lnTo>
                  <a:lnTo>
                    <a:pt x="172798" y="118110"/>
                  </a:lnTo>
                  <a:lnTo>
                    <a:pt x="174340" y="123190"/>
                  </a:lnTo>
                  <a:lnTo>
                    <a:pt x="172302" y="128270"/>
                  </a:lnTo>
                  <a:lnTo>
                    <a:pt x="171036" y="130810"/>
                  </a:lnTo>
                  <a:lnTo>
                    <a:pt x="169659" y="133350"/>
                  </a:lnTo>
                  <a:lnTo>
                    <a:pt x="168117" y="137160"/>
                  </a:lnTo>
                  <a:lnTo>
                    <a:pt x="166410" y="139700"/>
                  </a:lnTo>
                  <a:lnTo>
                    <a:pt x="164758" y="142240"/>
                  </a:lnTo>
                  <a:lnTo>
                    <a:pt x="162941" y="144780"/>
                  </a:lnTo>
                  <a:lnTo>
                    <a:pt x="161928" y="146050"/>
                  </a:lnTo>
                  <a:lnTo>
                    <a:pt x="42456" y="146050"/>
                  </a:lnTo>
                  <a:lnTo>
                    <a:pt x="21971" y="153670"/>
                  </a:lnTo>
                  <a:close/>
                </a:path>
                <a:path w="347345" h="275590">
                  <a:moveTo>
                    <a:pt x="161362" y="36830"/>
                  </a:moveTo>
                  <a:lnTo>
                    <a:pt x="131994" y="36830"/>
                  </a:lnTo>
                  <a:lnTo>
                    <a:pt x="152478" y="30480"/>
                  </a:lnTo>
                  <a:lnTo>
                    <a:pt x="157985" y="31750"/>
                  </a:lnTo>
                  <a:lnTo>
                    <a:pt x="161362" y="36830"/>
                  </a:lnTo>
                  <a:close/>
                </a:path>
                <a:path w="347345" h="275590">
                  <a:moveTo>
                    <a:pt x="172798" y="118110"/>
                  </a:moveTo>
                  <a:lnTo>
                    <a:pt x="94101" y="118110"/>
                  </a:lnTo>
                  <a:lnTo>
                    <a:pt x="100578" y="115570"/>
                  </a:lnTo>
                  <a:lnTo>
                    <a:pt x="103436" y="113030"/>
                  </a:lnTo>
                  <a:lnTo>
                    <a:pt x="108393" y="107950"/>
                  </a:lnTo>
                  <a:lnTo>
                    <a:pt x="110303" y="105410"/>
                  </a:lnTo>
                  <a:lnTo>
                    <a:pt x="112986" y="99060"/>
                  </a:lnTo>
                  <a:lnTo>
                    <a:pt x="113657" y="95250"/>
                  </a:lnTo>
                  <a:lnTo>
                    <a:pt x="113657" y="88900"/>
                  </a:lnTo>
                  <a:lnTo>
                    <a:pt x="94101" y="66040"/>
                  </a:lnTo>
                  <a:lnTo>
                    <a:pt x="172908" y="66040"/>
                  </a:lnTo>
                  <a:lnTo>
                    <a:pt x="169637" y="69227"/>
                  </a:lnTo>
                  <a:lnTo>
                    <a:pt x="156663" y="80010"/>
                  </a:lnTo>
                  <a:lnTo>
                    <a:pt x="157269" y="83820"/>
                  </a:lnTo>
                  <a:lnTo>
                    <a:pt x="157600" y="87630"/>
                  </a:lnTo>
                  <a:lnTo>
                    <a:pt x="157600" y="95250"/>
                  </a:lnTo>
                  <a:lnTo>
                    <a:pt x="157269" y="99060"/>
                  </a:lnTo>
                  <a:lnTo>
                    <a:pt x="156663" y="102870"/>
                  </a:lnTo>
                  <a:lnTo>
                    <a:pt x="168888" y="114300"/>
                  </a:lnTo>
                  <a:lnTo>
                    <a:pt x="172798" y="118110"/>
                  </a:lnTo>
                  <a:close/>
                </a:path>
                <a:path w="347345" h="275590">
                  <a:moveTo>
                    <a:pt x="223294" y="275590"/>
                  </a:moveTo>
                  <a:lnTo>
                    <a:pt x="218503" y="274320"/>
                  </a:lnTo>
                  <a:lnTo>
                    <a:pt x="212721" y="271780"/>
                  </a:lnTo>
                  <a:lnTo>
                    <a:pt x="209968" y="269240"/>
                  </a:lnTo>
                  <a:lnTo>
                    <a:pt x="206994" y="267970"/>
                  </a:lnTo>
                  <a:lnTo>
                    <a:pt x="204186" y="266700"/>
                  </a:lnTo>
                  <a:lnTo>
                    <a:pt x="201543" y="264160"/>
                  </a:lnTo>
                  <a:lnTo>
                    <a:pt x="194769" y="259080"/>
                  </a:lnTo>
                  <a:lnTo>
                    <a:pt x="193393" y="254000"/>
                  </a:lnTo>
                  <a:lnTo>
                    <a:pt x="200166" y="233680"/>
                  </a:lnTo>
                  <a:lnTo>
                    <a:pt x="195320" y="227330"/>
                  </a:lnTo>
                  <a:lnTo>
                    <a:pt x="191410" y="220980"/>
                  </a:lnTo>
                  <a:lnTo>
                    <a:pt x="188657" y="213360"/>
                  </a:lnTo>
                  <a:lnTo>
                    <a:pt x="167567" y="209550"/>
                  </a:lnTo>
                  <a:lnTo>
                    <a:pt x="163437" y="205740"/>
                  </a:lnTo>
                  <a:lnTo>
                    <a:pt x="162390" y="196850"/>
                  </a:lnTo>
                  <a:lnTo>
                    <a:pt x="162390" y="181610"/>
                  </a:lnTo>
                  <a:lnTo>
                    <a:pt x="163437" y="172720"/>
                  </a:lnTo>
                  <a:lnTo>
                    <a:pt x="167512" y="168910"/>
                  </a:lnTo>
                  <a:lnTo>
                    <a:pt x="188657" y="163830"/>
                  </a:lnTo>
                  <a:lnTo>
                    <a:pt x="191355" y="156210"/>
                  </a:lnTo>
                  <a:lnTo>
                    <a:pt x="195320" y="149860"/>
                  </a:lnTo>
                  <a:lnTo>
                    <a:pt x="200166" y="143510"/>
                  </a:lnTo>
                  <a:lnTo>
                    <a:pt x="193393" y="123190"/>
                  </a:lnTo>
                  <a:lnTo>
                    <a:pt x="194769" y="118110"/>
                  </a:lnTo>
                  <a:lnTo>
                    <a:pt x="198954" y="115570"/>
                  </a:lnTo>
                  <a:lnTo>
                    <a:pt x="201543" y="113030"/>
                  </a:lnTo>
                  <a:lnTo>
                    <a:pt x="204186" y="111760"/>
                  </a:lnTo>
                  <a:lnTo>
                    <a:pt x="206994" y="109220"/>
                  </a:lnTo>
                  <a:lnTo>
                    <a:pt x="218448" y="104140"/>
                  </a:lnTo>
                  <a:lnTo>
                    <a:pt x="223294" y="101600"/>
                  </a:lnTo>
                  <a:lnTo>
                    <a:pt x="228745" y="102870"/>
                  </a:lnTo>
                  <a:lnTo>
                    <a:pt x="243118" y="119380"/>
                  </a:lnTo>
                  <a:lnTo>
                    <a:pt x="314883" y="119380"/>
                  </a:lnTo>
                  <a:lnTo>
                    <a:pt x="315915" y="123190"/>
                  </a:lnTo>
                  <a:lnTo>
                    <a:pt x="309142" y="143510"/>
                  </a:lnTo>
                  <a:lnTo>
                    <a:pt x="313988" y="149860"/>
                  </a:lnTo>
                  <a:lnTo>
                    <a:pt x="317898" y="156210"/>
                  </a:lnTo>
                  <a:lnTo>
                    <a:pt x="320192" y="162560"/>
                  </a:lnTo>
                  <a:lnTo>
                    <a:pt x="247750" y="162560"/>
                  </a:lnTo>
                  <a:lnTo>
                    <a:pt x="241273" y="165100"/>
                  </a:lnTo>
                  <a:lnTo>
                    <a:pt x="228195" y="185420"/>
                  </a:lnTo>
                  <a:lnTo>
                    <a:pt x="228195" y="191770"/>
                  </a:lnTo>
                  <a:lnTo>
                    <a:pt x="247750" y="214630"/>
                  </a:lnTo>
                  <a:lnTo>
                    <a:pt x="320201" y="214630"/>
                  </a:lnTo>
                  <a:lnTo>
                    <a:pt x="317953" y="220980"/>
                  </a:lnTo>
                  <a:lnTo>
                    <a:pt x="313988" y="227330"/>
                  </a:lnTo>
                  <a:lnTo>
                    <a:pt x="309142" y="233680"/>
                  </a:lnTo>
                  <a:lnTo>
                    <a:pt x="315915" y="254000"/>
                  </a:lnTo>
                  <a:lnTo>
                    <a:pt x="314883" y="257810"/>
                  </a:lnTo>
                  <a:lnTo>
                    <a:pt x="243173" y="257810"/>
                  </a:lnTo>
                  <a:lnTo>
                    <a:pt x="232293" y="270482"/>
                  </a:lnTo>
                  <a:lnTo>
                    <a:pt x="228745" y="274320"/>
                  </a:lnTo>
                  <a:lnTo>
                    <a:pt x="223294" y="275590"/>
                  </a:lnTo>
                  <a:close/>
                </a:path>
                <a:path w="347345" h="275590">
                  <a:moveTo>
                    <a:pt x="314883" y="119380"/>
                  </a:moveTo>
                  <a:lnTo>
                    <a:pt x="266135" y="119380"/>
                  </a:lnTo>
                  <a:lnTo>
                    <a:pt x="277039" y="106680"/>
                  </a:lnTo>
                  <a:lnTo>
                    <a:pt x="280563" y="102870"/>
                  </a:lnTo>
                  <a:lnTo>
                    <a:pt x="286014" y="101600"/>
                  </a:lnTo>
                  <a:lnTo>
                    <a:pt x="293779" y="105410"/>
                  </a:lnTo>
                  <a:lnTo>
                    <a:pt x="302314" y="109220"/>
                  </a:lnTo>
                  <a:lnTo>
                    <a:pt x="305067" y="111760"/>
                  </a:lnTo>
                  <a:lnTo>
                    <a:pt x="307766" y="113030"/>
                  </a:lnTo>
                  <a:lnTo>
                    <a:pt x="314539" y="118110"/>
                  </a:lnTo>
                  <a:lnTo>
                    <a:pt x="314883" y="119380"/>
                  </a:lnTo>
                  <a:close/>
                </a:path>
                <a:path w="347345" h="275590">
                  <a:moveTo>
                    <a:pt x="266135" y="119380"/>
                  </a:moveTo>
                  <a:lnTo>
                    <a:pt x="243118" y="119380"/>
                  </a:lnTo>
                  <a:lnTo>
                    <a:pt x="246862" y="118110"/>
                  </a:lnTo>
                  <a:lnTo>
                    <a:pt x="262391" y="118110"/>
                  </a:lnTo>
                  <a:lnTo>
                    <a:pt x="266135" y="119380"/>
                  </a:lnTo>
                  <a:close/>
                </a:path>
                <a:path w="347345" h="275590">
                  <a:moveTo>
                    <a:pt x="94714" y="184150"/>
                  </a:moveTo>
                  <a:lnTo>
                    <a:pt x="79626" y="184150"/>
                  </a:lnTo>
                  <a:lnTo>
                    <a:pt x="70760" y="182880"/>
                  </a:lnTo>
                  <a:lnTo>
                    <a:pt x="66795" y="179070"/>
                  </a:lnTo>
                  <a:lnTo>
                    <a:pt x="62390" y="157480"/>
                  </a:lnTo>
                  <a:lnTo>
                    <a:pt x="55121" y="154940"/>
                  </a:lnTo>
                  <a:lnTo>
                    <a:pt x="48348" y="151130"/>
                  </a:lnTo>
                  <a:lnTo>
                    <a:pt x="42456" y="146050"/>
                  </a:lnTo>
                  <a:lnTo>
                    <a:pt x="131884" y="146050"/>
                  </a:lnTo>
                  <a:lnTo>
                    <a:pt x="125991" y="151130"/>
                  </a:lnTo>
                  <a:lnTo>
                    <a:pt x="119273" y="154940"/>
                  </a:lnTo>
                  <a:lnTo>
                    <a:pt x="111949" y="157480"/>
                  </a:lnTo>
                  <a:lnTo>
                    <a:pt x="107544" y="179070"/>
                  </a:lnTo>
                  <a:lnTo>
                    <a:pt x="103579" y="182880"/>
                  </a:lnTo>
                  <a:lnTo>
                    <a:pt x="94714" y="184150"/>
                  </a:lnTo>
                  <a:close/>
                </a:path>
                <a:path w="347345" h="275590">
                  <a:moveTo>
                    <a:pt x="152368" y="153670"/>
                  </a:moveTo>
                  <a:lnTo>
                    <a:pt x="131884" y="146050"/>
                  </a:lnTo>
                  <a:lnTo>
                    <a:pt x="161928" y="146050"/>
                  </a:lnTo>
                  <a:lnTo>
                    <a:pt x="157875" y="151130"/>
                  </a:lnTo>
                  <a:lnTo>
                    <a:pt x="152368" y="153670"/>
                  </a:lnTo>
                  <a:close/>
                </a:path>
                <a:path w="347345" h="275590">
                  <a:moveTo>
                    <a:pt x="320201" y="214630"/>
                  </a:moveTo>
                  <a:lnTo>
                    <a:pt x="261503" y="214630"/>
                  </a:lnTo>
                  <a:lnTo>
                    <a:pt x="267980" y="212090"/>
                  </a:lnTo>
                  <a:lnTo>
                    <a:pt x="270838" y="209550"/>
                  </a:lnTo>
                  <a:lnTo>
                    <a:pt x="275795" y="204470"/>
                  </a:lnTo>
                  <a:lnTo>
                    <a:pt x="277705" y="201930"/>
                  </a:lnTo>
                  <a:lnTo>
                    <a:pt x="280388" y="195580"/>
                  </a:lnTo>
                  <a:lnTo>
                    <a:pt x="281058" y="191770"/>
                  </a:lnTo>
                  <a:lnTo>
                    <a:pt x="281058" y="185420"/>
                  </a:lnTo>
                  <a:lnTo>
                    <a:pt x="261503" y="162560"/>
                  </a:lnTo>
                  <a:lnTo>
                    <a:pt x="320192" y="162560"/>
                  </a:lnTo>
                  <a:lnTo>
                    <a:pt x="320651" y="163830"/>
                  </a:lnTo>
                  <a:lnTo>
                    <a:pt x="336675" y="167640"/>
                  </a:lnTo>
                  <a:lnTo>
                    <a:pt x="341742" y="168910"/>
                  </a:lnTo>
                  <a:lnTo>
                    <a:pt x="347138" y="193040"/>
                  </a:lnTo>
                  <a:lnTo>
                    <a:pt x="346991" y="195580"/>
                  </a:lnTo>
                  <a:lnTo>
                    <a:pt x="320651" y="213360"/>
                  </a:lnTo>
                  <a:lnTo>
                    <a:pt x="320201" y="214630"/>
                  </a:lnTo>
                  <a:close/>
                </a:path>
                <a:path w="347345" h="275590">
                  <a:moveTo>
                    <a:pt x="262446" y="259080"/>
                  </a:moveTo>
                  <a:lnTo>
                    <a:pt x="246917" y="259080"/>
                  </a:lnTo>
                  <a:lnTo>
                    <a:pt x="243173" y="257810"/>
                  </a:lnTo>
                  <a:lnTo>
                    <a:pt x="266190" y="257810"/>
                  </a:lnTo>
                  <a:lnTo>
                    <a:pt x="262446" y="259080"/>
                  </a:lnTo>
                  <a:close/>
                </a:path>
                <a:path w="347345" h="275590">
                  <a:moveTo>
                    <a:pt x="285959" y="275590"/>
                  </a:moveTo>
                  <a:lnTo>
                    <a:pt x="280508" y="274320"/>
                  </a:lnTo>
                  <a:lnTo>
                    <a:pt x="278002" y="271568"/>
                  </a:lnTo>
                  <a:lnTo>
                    <a:pt x="266190" y="257810"/>
                  </a:lnTo>
                  <a:lnTo>
                    <a:pt x="314883" y="257810"/>
                  </a:lnTo>
                  <a:lnTo>
                    <a:pt x="314539" y="259080"/>
                  </a:lnTo>
                  <a:lnTo>
                    <a:pt x="307766" y="264160"/>
                  </a:lnTo>
                  <a:lnTo>
                    <a:pt x="305067" y="266700"/>
                  </a:lnTo>
                  <a:lnTo>
                    <a:pt x="302314" y="267970"/>
                  </a:lnTo>
                  <a:lnTo>
                    <a:pt x="299340" y="269240"/>
                  </a:lnTo>
                  <a:lnTo>
                    <a:pt x="296587" y="271780"/>
                  </a:lnTo>
                  <a:lnTo>
                    <a:pt x="290805" y="274320"/>
                  </a:lnTo>
                  <a:lnTo>
                    <a:pt x="285959" y="275590"/>
                  </a:lnTo>
                  <a:close/>
                </a:path>
              </a:pathLst>
            </a:custGeom>
            <a:solidFill>
              <a:srgbClr val="6A7280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09599" y="913685"/>
              <a:ext cx="228600" cy="229314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201399" y="1385887"/>
              <a:ext cx="228600" cy="200025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14399" y="5430738"/>
              <a:ext cx="142874" cy="16847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641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408090" y="536219"/>
            <a:ext cx="17018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-25" dirty="0">
                <a:solidFill>
                  <a:srgbClr val="111726"/>
                </a:solidFill>
                <a:latin typeface="Galano Grotesque Heavy"/>
                <a:cs typeface="Galano Grotesque Heavy"/>
              </a:rPr>
              <a:t>01</a:t>
            </a:r>
            <a:endParaRPr sz="1150">
              <a:latin typeface="Galano Grotesque Heavy"/>
              <a:cs typeface="Galano Grotesque Heavy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819153" y="362346"/>
            <a:ext cx="3079115" cy="5016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565" dirty="0"/>
              <a:t>로그인</a:t>
            </a:r>
            <a:r>
              <a:rPr b="1" spc="-565" dirty="0">
                <a:latin typeface="Trebuchet MS"/>
                <a:cs typeface="Trebuchet MS"/>
              </a:rPr>
              <a:t>/</a:t>
            </a:r>
            <a:r>
              <a:rPr spc="-565" dirty="0"/>
              <a:t>회원가입</a:t>
            </a:r>
            <a:r>
              <a:rPr spc="-390" dirty="0"/>
              <a:t> </a:t>
            </a:r>
            <a:r>
              <a:rPr spc="-645" dirty="0"/>
              <a:t>기능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810124" y="847491"/>
            <a:ext cx="2571750" cy="306816"/>
            <a:chOff x="4810125" y="990600"/>
            <a:chExt cx="2571750" cy="361950"/>
          </a:xfrm>
        </p:grpSpPr>
        <p:sp>
          <p:nvSpPr>
            <p:cNvPr id="6" name="object 6"/>
            <p:cNvSpPr/>
            <p:nvPr/>
          </p:nvSpPr>
          <p:spPr>
            <a:xfrm>
              <a:off x="4810125" y="990600"/>
              <a:ext cx="2571750" cy="361950"/>
            </a:xfrm>
            <a:custGeom>
              <a:avLst/>
              <a:gdLst/>
              <a:ahLst/>
              <a:cxnLst/>
              <a:rect l="l" t="t" r="r" b="b"/>
              <a:pathLst>
                <a:path w="2571750" h="361950">
                  <a:moveTo>
                    <a:pt x="2495549" y="361949"/>
                  </a:moveTo>
                  <a:lnTo>
                    <a:pt x="76199" y="361949"/>
                  </a:lnTo>
                  <a:lnTo>
                    <a:pt x="68693" y="361587"/>
                  </a:lnTo>
                  <a:lnTo>
                    <a:pt x="27881" y="344682"/>
                  </a:lnTo>
                  <a:lnTo>
                    <a:pt x="3262" y="307836"/>
                  </a:lnTo>
                  <a:lnTo>
                    <a:pt x="0" y="28574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2495549" y="0"/>
                  </a:lnTo>
                  <a:lnTo>
                    <a:pt x="2532370" y="9524"/>
                  </a:lnTo>
                  <a:lnTo>
                    <a:pt x="71821" y="9524"/>
                  </a:lnTo>
                  <a:lnTo>
                    <a:pt x="67485" y="9951"/>
                  </a:lnTo>
                  <a:lnTo>
                    <a:pt x="32148" y="25957"/>
                  </a:lnTo>
                  <a:lnTo>
                    <a:pt x="11659" y="58898"/>
                  </a:lnTo>
                  <a:lnTo>
                    <a:pt x="9524" y="71821"/>
                  </a:lnTo>
                  <a:lnTo>
                    <a:pt x="9524" y="290127"/>
                  </a:lnTo>
                  <a:lnTo>
                    <a:pt x="9832" y="293256"/>
                  </a:lnTo>
                  <a:lnTo>
                    <a:pt x="9951" y="294463"/>
                  </a:lnTo>
                  <a:lnTo>
                    <a:pt x="25956" y="329800"/>
                  </a:lnTo>
                  <a:lnTo>
                    <a:pt x="58897" y="350289"/>
                  </a:lnTo>
                  <a:lnTo>
                    <a:pt x="71821" y="352424"/>
                  </a:lnTo>
                  <a:lnTo>
                    <a:pt x="2532369" y="352424"/>
                  </a:lnTo>
                  <a:lnTo>
                    <a:pt x="2531505" y="352941"/>
                  </a:lnTo>
                  <a:lnTo>
                    <a:pt x="2524709" y="356149"/>
                  </a:lnTo>
                  <a:lnTo>
                    <a:pt x="2517636" y="358687"/>
                  </a:lnTo>
                  <a:lnTo>
                    <a:pt x="2510418" y="360499"/>
                  </a:lnTo>
                  <a:lnTo>
                    <a:pt x="2503056" y="361587"/>
                  </a:lnTo>
                  <a:lnTo>
                    <a:pt x="2495549" y="361949"/>
                  </a:lnTo>
                  <a:close/>
                </a:path>
                <a:path w="2571750" h="361950">
                  <a:moveTo>
                    <a:pt x="2532369" y="352424"/>
                  </a:moveTo>
                  <a:lnTo>
                    <a:pt x="2499927" y="352424"/>
                  </a:lnTo>
                  <a:lnTo>
                    <a:pt x="2504262" y="351997"/>
                  </a:lnTo>
                  <a:lnTo>
                    <a:pt x="2512850" y="350289"/>
                  </a:lnTo>
                  <a:lnTo>
                    <a:pt x="2545791" y="329800"/>
                  </a:lnTo>
                  <a:lnTo>
                    <a:pt x="2561797" y="294463"/>
                  </a:lnTo>
                  <a:lnTo>
                    <a:pt x="2562223" y="290127"/>
                  </a:lnTo>
                  <a:lnTo>
                    <a:pt x="2562223" y="71821"/>
                  </a:lnTo>
                  <a:lnTo>
                    <a:pt x="2561915" y="68693"/>
                  </a:lnTo>
                  <a:lnTo>
                    <a:pt x="2561796" y="67486"/>
                  </a:lnTo>
                  <a:lnTo>
                    <a:pt x="2545791" y="32149"/>
                  </a:lnTo>
                  <a:lnTo>
                    <a:pt x="2512850" y="11660"/>
                  </a:lnTo>
                  <a:lnTo>
                    <a:pt x="2499927" y="9524"/>
                  </a:lnTo>
                  <a:lnTo>
                    <a:pt x="2532370" y="9524"/>
                  </a:lnTo>
                  <a:lnTo>
                    <a:pt x="2562741" y="40243"/>
                  </a:lnTo>
                  <a:lnTo>
                    <a:pt x="2571749" y="285749"/>
                  </a:lnTo>
                  <a:lnTo>
                    <a:pt x="2571387" y="293256"/>
                  </a:lnTo>
                  <a:lnTo>
                    <a:pt x="2554482" y="334067"/>
                  </a:lnTo>
                  <a:lnTo>
                    <a:pt x="2538019" y="349024"/>
                  </a:lnTo>
                  <a:lnTo>
                    <a:pt x="2532369" y="352424"/>
                  </a:lnTo>
                  <a:close/>
                </a:path>
              </a:pathLst>
            </a:custGeom>
            <a:solidFill>
              <a:srgbClr val="00F5FF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68692" y="1094411"/>
              <a:ext cx="173402" cy="135277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142093" y="894030"/>
            <a:ext cx="1946275" cy="1865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00" spc="-35" dirty="0">
                <a:solidFill>
                  <a:schemeClr val="bg1"/>
                </a:solidFill>
                <a:latin typeface="Lucida Console"/>
                <a:cs typeface="Lucida Console"/>
              </a:rPr>
              <a:t>login.php</a:t>
            </a:r>
            <a:r>
              <a:rPr sz="1100" spc="-80" dirty="0">
                <a:solidFill>
                  <a:schemeClr val="bg1"/>
                </a:solidFill>
                <a:latin typeface="Lucida Console"/>
                <a:cs typeface="Lucida Console"/>
              </a:rPr>
              <a:t> </a:t>
            </a:r>
            <a:r>
              <a:rPr sz="1100" dirty="0">
                <a:solidFill>
                  <a:schemeClr val="bg1"/>
                </a:solidFill>
                <a:latin typeface="Lucida Console"/>
                <a:cs typeface="Lucida Console"/>
              </a:rPr>
              <a:t>/</a:t>
            </a:r>
            <a:r>
              <a:rPr sz="1100" spc="-75" dirty="0">
                <a:solidFill>
                  <a:schemeClr val="bg1"/>
                </a:solidFill>
                <a:latin typeface="Lucida Console"/>
                <a:cs typeface="Lucida Console"/>
              </a:rPr>
              <a:t> </a:t>
            </a:r>
            <a:r>
              <a:rPr sz="1100" spc="-30" dirty="0">
                <a:solidFill>
                  <a:schemeClr val="bg1"/>
                </a:solidFill>
                <a:latin typeface="Lucida Console"/>
                <a:cs typeface="Lucida Console"/>
              </a:rPr>
              <a:t>register.php</a:t>
            </a:r>
            <a:endParaRPr sz="1100" dirty="0">
              <a:solidFill>
                <a:schemeClr val="bg1"/>
              </a:solidFill>
              <a:latin typeface="Lucida Console"/>
              <a:cs typeface="Lucida Console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81646" y="1619555"/>
            <a:ext cx="6391275" cy="542925"/>
            <a:chOff x="281646" y="1990528"/>
            <a:chExt cx="6391275" cy="542925"/>
          </a:xfrm>
        </p:grpSpPr>
        <p:sp>
          <p:nvSpPr>
            <p:cNvPr id="10" name="object 10"/>
            <p:cNvSpPr/>
            <p:nvPr/>
          </p:nvSpPr>
          <p:spPr>
            <a:xfrm>
              <a:off x="281646" y="1990528"/>
              <a:ext cx="6391275" cy="542925"/>
            </a:xfrm>
            <a:custGeom>
              <a:avLst/>
              <a:gdLst/>
              <a:ahLst/>
              <a:cxnLst/>
              <a:rect l="l" t="t" r="r" b="b"/>
              <a:pathLst>
                <a:path w="6391275" h="542925">
                  <a:moveTo>
                    <a:pt x="6288929" y="542924"/>
                  </a:moveTo>
                  <a:lnTo>
                    <a:pt x="102344" y="542924"/>
                  </a:lnTo>
                  <a:lnTo>
                    <a:pt x="95221" y="542222"/>
                  </a:lnTo>
                  <a:lnTo>
                    <a:pt x="54661" y="528460"/>
                  </a:lnTo>
                  <a:lnTo>
                    <a:pt x="22456" y="500223"/>
                  </a:lnTo>
                  <a:lnTo>
                    <a:pt x="3507" y="461810"/>
                  </a:lnTo>
                  <a:lnTo>
                    <a:pt x="0" y="440579"/>
                  </a:lnTo>
                  <a:lnTo>
                    <a:pt x="0" y="433387"/>
                  </a:lnTo>
                  <a:lnTo>
                    <a:pt x="0" y="102344"/>
                  </a:lnTo>
                  <a:lnTo>
                    <a:pt x="11090" y="60973"/>
                  </a:lnTo>
                  <a:lnTo>
                    <a:pt x="37168" y="26995"/>
                  </a:lnTo>
                  <a:lnTo>
                    <a:pt x="74263" y="5585"/>
                  </a:lnTo>
                  <a:lnTo>
                    <a:pt x="102344" y="0"/>
                  </a:lnTo>
                  <a:lnTo>
                    <a:pt x="6288929" y="0"/>
                  </a:lnTo>
                  <a:lnTo>
                    <a:pt x="6330299" y="11090"/>
                  </a:lnTo>
                  <a:lnTo>
                    <a:pt x="6364277" y="37166"/>
                  </a:lnTo>
                  <a:lnTo>
                    <a:pt x="6385688" y="74262"/>
                  </a:lnTo>
                  <a:lnTo>
                    <a:pt x="6391273" y="102344"/>
                  </a:lnTo>
                  <a:lnTo>
                    <a:pt x="6391273" y="440579"/>
                  </a:lnTo>
                  <a:lnTo>
                    <a:pt x="6380182" y="481950"/>
                  </a:lnTo>
                  <a:lnTo>
                    <a:pt x="6354105" y="515927"/>
                  </a:lnTo>
                  <a:lnTo>
                    <a:pt x="6317009" y="537339"/>
                  </a:lnTo>
                  <a:lnTo>
                    <a:pt x="6296051" y="542223"/>
                  </a:lnTo>
                  <a:lnTo>
                    <a:pt x="6288929" y="542924"/>
                  </a:lnTo>
                  <a:close/>
                </a:path>
              </a:pathLst>
            </a:custGeom>
            <a:solidFill>
              <a:srgbClr val="111726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3569" y="2185790"/>
              <a:ext cx="104768" cy="15239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279207" y="1736918"/>
            <a:ext cx="4604385" cy="2355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260" dirty="0">
                <a:solidFill>
                  <a:srgbClr val="D0D5DA"/>
                </a:solidFill>
                <a:latin typeface="Dotum"/>
                <a:cs typeface="Dotum"/>
              </a:rPr>
              <a:t>회원가입을</a:t>
            </a:r>
            <a:r>
              <a:rPr sz="1350" spc="-105" dirty="0">
                <a:solidFill>
                  <a:srgbClr val="D0D5DA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D0D5DA"/>
                </a:solidFill>
                <a:latin typeface="Dotum"/>
                <a:cs typeface="Dotum"/>
              </a:rPr>
              <a:t>통해</a:t>
            </a:r>
            <a:r>
              <a:rPr sz="1350" spc="-105" dirty="0">
                <a:solidFill>
                  <a:srgbClr val="D0D5DA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FFFFFF"/>
                </a:solidFill>
                <a:latin typeface="Dotum"/>
                <a:cs typeface="Dotum"/>
              </a:rPr>
              <a:t>개인화된</a:t>
            </a:r>
            <a:r>
              <a:rPr sz="1350" spc="-140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FFFFFF"/>
                </a:solidFill>
                <a:latin typeface="Dotum"/>
                <a:cs typeface="Dotum"/>
              </a:rPr>
              <a:t>음악</a:t>
            </a:r>
            <a:r>
              <a:rPr sz="1350" spc="-145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FFFFFF"/>
                </a:solidFill>
                <a:latin typeface="Dotum"/>
                <a:cs typeface="Dotum"/>
              </a:rPr>
              <a:t>추천</a:t>
            </a:r>
            <a:r>
              <a:rPr sz="1350" spc="-260" dirty="0">
                <a:solidFill>
                  <a:srgbClr val="D0D5DA"/>
                </a:solidFill>
                <a:latin typeface="Dotum"/>
                <a:cs typeface="Dotum"/>
              </a:rPr>
              <a:t>과</a:t>
            </a:r>
            <a:r>
              <a:rPr sz="1350" spc="-100" dirty="0">
                <a:solidFill>
                  <a:srgbClr val="D0D5DA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FFFFFF"/>
                </a:solidFill>
                <a:latin typeface="Dotum"/>
                <a:cs typeface="Dotum"/>
              </a:rPr>
              <a:t>맞춤형</a:t>
            </a:r>
            <a:r>
              <a:rPr sz="1350" spc="-145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FFFFFF"/>
                </a:solidFill>
                <a:latin typeface="Dotum"/>
                <a:cs typeface="Dotum"/>
              </a:rPr>
              <a:t>피드</a:t>
            </a:r>
            <a:r>
              <a:rPr sz="1350" spc="-260" dirty="0">
                <a:solidFill>
                  <a:srgbClr val="D0D5DA"/>
                </a:solidFill>
                <a:latin typeface="Dotum"/>
                <a:cs typeface="Dotum"/>
              </a:rPr>
              <a:t>를</a:t>
            </a:r>
            <a:r>
              <a:rPr sz="1350" spc="-100" dirty="0">
                <a:solidFill>
                  <a:srgbClr val="D0D5DA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D0D5DA"/>
                </a:solidFill>
                <a:latin typeface="Dotum"/>
                <a:cs typeface="Dotum"/>
              </a:rPr>
              <a:t>경험할</a:t>
            </a:r>
            <a:r>
              <a:rPr sz="1350" spc="-105" dirty="0">
                <a:solidFill>
                  <a:srgbClr val="D0D5DA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D0D5DA"/>
                </a:solidFill>
                <a:latin typeface="Dotum"/>
                <a:cs typeface="Dotum"/>
              </a:rPr>
              <a:t>수</a:t>
            </a:r>
            <a:r>
              <a:rPr sz="1350" spc="-105" dirty="0">
                <a:solidFill>
                  <a:srgbClr val="D0D5DA"/>
                </a:solidFill>
                <a:latin typeface="Dotum"/>
                <a:cs typeface="Dotum"/>
              </a:rPr>
              <a:t> </a:t>
            </a:r>
            <a:r>
              <a:rPr sz="1350" spc="-280" dirty="0">
                <a:solidFill>
                  <a:srgbClr val="D0D5DA"/>
                </a:solidFill>
                <a:latin typeface="Dotum"/>
                <a:cs typeface="Dotum"/>
              </a:rPr>
              <a:t>있습니다</a:t>
            </a:r>
            <a:endParaRPr sz="1350" dirty="0">
              <a:latin typeface="Dotum"/>
              <a:cs typeface="Dotum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38594" y="3764001"/>
            <a:ext cx="5446282" cy="1893848"/>
            <a:chOff x="497317" y="1657349"/>
            <a:chExt cx="5446282" cy="1893848"/>
          </a:xfrm>
        </p:grpSpPr>
        <p:sp>
          <p:nvSpPr>
            <p:cNvPr id="17" name="object 17"/>
            <p:cNvSpPr/>
            <p:nvPr/>
          </p:nvSpPr>
          <p:spPr>
            <a:xfrm>
              <a:off x="497317" y="1741447"/>
              <a:ext cx="5334000" cy="1809750"/>
            </a:xfrm>
            <a:custGeom>
              <a:avLst/>
              <a:gdLst/>
              <a:ahLst/>
              <a:cxnLst/>
              <a:rect l="l" t="t" r="r" b="b"/>
              <a:pathLst>
                <a:path w="5334000" h="1809750">
                  <a:moveTo>
                    <a:pt x="5181599" y="1809749"/>
                  </a:moveTo>
                  <a:lnTo>
                    <a:pt x="152399" y="1809749"/>
                  </a:lnTo>
                  <a:lnTo>
                    <a:pt x="137387" y="1809024"/>
                  </a:lnTo>
                  <a:lnTo>
                    <a:pt x="94079" y="1798148"/>
                  </a:lnTo>
                  <a:lnTo>
                    <a:pt x="55765" y="1775215"/>
                  </a:lnTo>
                  <a:lnTo>
                    <a:pt x="25660" y="1742034"/>
                  </a:lnTo>
                  <a:lnTo>
                    <a:pt x="6525" y="1701523"/>
                  </a:lnTo>
                  <a:lnTo>
                    <a:pt x="0" y="1657349"/>
                  </a:lnTo>
                  <a:lnTo>
                    <a:pt x="0" y="152399"/>
                  </a:lnTo>
                  <a:lnTo>
                    <a:pt x="6525" y="108226"/>
                  </a:lnTo>
                  <a:lnTo>
                    <a:pt x="25660" y="67715"/>
                  </a:lnTo>
                  <a:lnTo>
                    <a:pt x="55765" y="34533"/>
                  </a:lnTo>
                  <a:lnTo>
                    <a:pt x="94079" y="11600"/>
                  </a:lnTo>
                  <a:lnTo>
                    <a:pt x="137387" y="725"/>
                  </a:lnTo>
                  <a:lnTo>
                    <a:pt x="152399" y="0"/>
                  </a:lnTo>
                  <a:lnTo>
                    <a:pt x="5181599" y="0"/>
                  </a:lnTo>
                  <a:lnTo>
                    <a:pt x="5225772" y="6525"/>
                  </a:lnTo>
                  <a:lnTo>
                    <a:pt x="5266284" y="25660"/>
                  </a:lnTo>
                  <a:lnTo>
                    <a:pt x="5299465" y="55765"/>
                  </a:lnTo>
                  <a:lnTo>
                    <a:pt x="5322398" y="94079"/>
                  </a:lnTo>
                  <a:lnTo>
                    <a:pt x="5333274" y="137387"/>
                  </a:lnTo>
                  <a:lnTo>
                    <a:pt x="5333999" y="152399"/>
                  </a:lnTo>
                  <a:lnTo>
                    <a:pt x="5333999" y="1657349"/>
                  </a:lnTo>
                  <a:lnTo>
                    <a:pt x="5327473" y="1701523"/>
                  </a:lnTo>
                  <a:lnTo>
                    <a:pt x="5308339" y="1742034"/>
                  </a:lnTo>
                  <a:lnTo>
                    <a:pt x="5278234" y="1775215"/>
                  </a:lnTo>
                  <a:lnTo>
                    <a:pt x="5239920" y="1798148"/>
                  </a:lnTo>
                  <a:lnTo>
                    <a:pt x="5196612" y="1809024"/>
                  </a:lnTo>
                  <a:lnTo>
                    <a:pt x="5181599" y="1809749"/>
                  </a:lnTo>
                  <a:close/>
                </a:path>
              </a:pathLst>
            </a:custGeom>
            <a:solidFill>
              <a:srgbClr val="1F2937">
                <a:alpha val="850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8822" y="2311327"/>
              <a:ext cx="377825" cy="256218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09599" y="1657349"/>
              <a:ext cx="5334000" cy="1809750"/>
            </a:xfrm>
            <a:custGeom>
              <a:avLst/>
              <a:gdLst/>
              <a:ahLst/>
              <a:cxnLst/>
              <a:rect l="l" t="t" r="r" b="b"/>
              <a:pathLst>
                <a:path w="5334000" h="1809750">
                  <a:moveTo>
                    <a:pt x="5181599" y="1809749"/>
                  </a:moveTo>
                  <a:lnTo>
                    <a:pt x="152399" y="1809749"/>
                  </a:lnTo>
                  <a:lnTo>
                    <a:pt x="137387" y="1809024"/>
                  </a:lnTo>
                  <a:lnTo>
                    <a:pt x="94079" y="1798148"/>
                  </a:lnTo>
                  <a:lnTo>
                    <a:pt x="55765" y="1775215"/>
                  </a:lnTo>
                  <a:lnTo>
                    <a:pt x="25660" y="1742034"/>
                  </a:lnTo>
                  <a:lnTo>
                    <a:pt x="6525" y="1701523"/>
                  </a:lnTo>
                  <a:lnTo>
                    <a:pt x="0" y="1657349"/>
                  </a:lnTo>
                  <a:lnTo>
                    <a:pt x="0" y="152399"/>
                  </a:lnTo>
                  <a:lnTo>
                    <a:pt x="6525" y="108226"/>
                  </a:lnTo>
                  <a:lnTo>
                    <a:pt x="25660" y="67715"/>
                  </a:lnTo>
                  <a:lnTo>
                    <a:pt x="55765" y="34533"/>
                  </a:lnTo>
                  <a:lnTo>
                    <a:pt x="94079" y="11600"/>
                  </a:lnTo>
                  <a:lnTo>
                    <a:pt x="137387" y="725"/>
                  </a:lnTo>
                  <a:lnTo>
                    <a:pt x="152399" y="0"/>
                  </a:lnTo>
                  <a:lnTo>
                    <a:pt x="5181599" y="0"/>
                  </a:lnTo>
                  <a:lnTo>
                    <a:pt x="5196612" y="725"/>
                  </a:lnTo>
                  <a:lnTo>
                    <a:pt x="5211337" y="2900"/>
                  </a:lnTo>
                  <a:lnTo>
                    <a:pt x="5225773" y="6525"/>
                  </a:lnTo>
                  <a:lnTo>
                    <a:pt x="5234134" y="9524"/>
                  </a:lnTo>
                  <a:lnTo>
                    <a:pt x="152399" y="9524"/>
                  </a:lnTo>
                  <a:lnTo>
                    <a:pt x="145380" y="9696"/>
                  </a:lnTo>
                  <a:lnTo>
                    <a:pt x="104274" y="17873"/>
                  </a:lnTo>
                  <a:lnTo>
                    <a:pt x="67282" y="37646"/>
                  </a:lnTo>
                  <a:lnTo>
                    <a:pt x="37646" y="67282"/>
                  </a:lnTo>
                  <a:lnTo>
                    <a:pt x="17873" y="104274"/>
                  </a:lnTo>
                  <a:lnTo>
                    <a:pt x="9696" y="145380"/>
                  </a:lnTo>
                  <a:lnTo>
                    <a:pt x="9524" y="152399"/>
                  </a:lnTo>
                  <a:lnTo>
                    <a:pt x="9524" y="1657349"/>
                  </a:lnTo>
                  <a:lnTo>
                    <a:pt x="15675" y="1698824"/>
                  </a:lnTo>
                  <a:lnTo>
                    <a:pt x="33603" y="1736726"/>
                  </a:lnTo>
                  <a:lnTo>
                    <a:pt x="61759" y="1767794"/>
                  </a:lnTo>
                  <a:lnTo>
                    <a:pt x="97723" y="1789348"/>
                  </a:lnTo>
                  <a:lnTo>
                    <a:pt x="138395" y="1799538"/>
                  </a:lnTo>
                  <a:lnTo>
                    <a:pt x="152399" y="1800224"/>
                  </a:lnTo>
                  <a:lnTo>
                    <a:pt x="5234134" y="1800224"/>
                  </a:lnTo>
                  <a:lnTo>
                    <a:pt x="5225773" y="1803224"/>
                  </a:lnTo>
                  <a:lnTo>
                    <a:pt x="5211337" y="1806849"/>
                  </a:lnTo>
                  <a:lnTo>
                    <a:pt x="5196612" y="1809024"/>
                  </a:lnTo>
                  <a:lnTo>
                    <a:pt x="5181599" y="1809749"/>
                  </a:lnTo>
                  <a:close/>
                </a:path>
                <a:path w="5334000" h="1809750">
                  <a:moveTo>
                    <a:pt x="5234134" y="1800224"/>
                  </a:moveTo>
                  <a:lnTo>
                    <a:pt x="5181599" y="1800224"/>
                  </a:lnTo>
                  <a:lnTo>
                    <a:pt x="5188618" y="1800053"/>
                  </a:lnTo>
                  <a:lnTo>
                    <a:pt x="5195603" y="1799538"/>
                  </a:lnTo>
                  <a:lnTo>
                    <a:pt x="5236275" y="1789348"/>
                  </a:lnTo>
                  <a:lnTo>
                    <a:pt x="5272239" y="1767794"/>
                  </a:lnTo>
                  <a:lnTo>
                    <a:pt x="5300394" y="1736726"/>
                  </a:lnTo>
                  <a:lnTo>
                    <a:pt x="5318323" y="1698824"/>
                  </a:lnTo>
                  <a:lnTo>
                    <a:pt x="5323663" y="1672362"/>
                  </a:lnTo>
                  <a:lnTo>
                    <a:pt x="5323788" y="1671354"/>
                  </a:lnTo>
                  <a:lnTo>
                    <a:pt x="5324302" y="1664368"/>
                  </a:lnTo>
                  <a:lnTo>
                    <a:pt x="5324474" y="1657349"/>
                  </a:lnTo>
                  <a:lnTo>
                    <a:pt x="5324474" y="152399"/>
                  </a:lnTo>
                  <a:lnTo>
                    <a:pt x="5318323" y="110925"/>
                  </a:lnTo>
                  <a:lnTo>
                    <a:pt x="5300394" y="73022"/>
                  </a:lnTo>
                  <a:lnTo>
                    <a:pt x="5272239" y="41954"/>
                  </a:lnTo>
                  <a:lnTo>
                    <a:pt x="5236275" y="20400"/>
                  </a:lnTo>
                  <a:lnTo>
                    <a:pt x="5195603" y="10211"/>
                  </a:lnTo>
                  <a:lnTo>
                    <a:pt x="5181599" y="9524"/>
                  </a:lnTo>
                  <a:lnTo>
                    <a:pt x="5234134" y="9524"/>
                  </a:lnTo>
                  <a:lnTo>
                    <a:pt x="5278234" y="34533"/>
                  </a:lnTo>
                  <a:lnTo>
                    <a:pt x="5308339" y="67715"/>
                  </a:lnTo>
                  <a:lnTo>
                    <a:pt x="5327473" y="108226"/>
                  </a:lnTo>
                  <a:lnTo>
                    <a:pt x="5333999" y="152399"/>
                  </a:lnTo>
                  <a:lnTo>
                    <a:pt x="5333999" y="1657349"/>
                  </a:lnTo>
                  <a:lnTo>
                    <a:pt x="5333323" y="1671354"/>
                  </a:lnTo>
                  <a:lnTo>
                    <a:pt x="5322398" y="1715670"/>
                  </a:lnTo>
                  <a:lnTo>
                    <a:pt x="5299465" y="1753984"/>
                  </a:lnTo>
                  <a:lnTo>
                    <a:pt x="5266284" y="1784089"/>
                  </a:lnTo>
                  <a:lnTo>
                    <a:pt x="5239920" y="1798148"/>
                  </a:lnTo>
                  <a:lnTo>
                    <a:pt x="5234134" y="1800224"/>
                  </a:lnTo>
                  <a:close/>
                </a:path>
              </a:pathLst>
            </a:custGeom>
            <a:solidFill>
              <a:srgbClr val="4A5462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/>
          <p:nvPr/>
        </p:nvSpPr>
        <p:spPr>
          <a:xfrm>
            <a:off x="609599" y="3695699"/>
            <a:ext cx="5334000" cy="2114550"/>
          </a:xfrm>
          <a:custGeom>
            <a:avLst/>
            <a:gdLst/>
            <a:ahLst/>
            <a:cxnLst/>
            <a:rect l="l" t="t" r="r" b="b"/>
            <a:pathLst>
              <a:path w="5334000" h="2114550">
                <a:moveTo>
                  <a:pt x="5181599" y="2114549"/>
                </a:moveTo>
                <a:lnTo>
                  <a:pt x="152399" y="2114549"/>
                </a:lnTo>
                <a:lnTo>
                  <a:pt x="137387" y="2113824"/>
                </a:lnTo>
                <a:lnTo>
                  <a:pt x="94079" y="2102948"/>
                </a:lnTo>
                <a:lnTo>
                  <a:pt x="55765" y="2080016"/>
                </a:lnTo>
                <a:lnTo>
                  <a:pt x="25660" y="2046834"/>
                </a:lnTo>
                <a:lnTo>
                  <a:pt x="6525" y="2006323"/>
                </a:lnTo>
                <a:lnTo>
                  <a:pt x="0" y="1962149"/>
                </a:lnTo>
                <a:lnTo>
                  <a:pt x="0" y="152399"/>
                </a:lnTo>
                <a:lnTo>
                  <a:pt x="676" y="138395"/>
                </a:lnTo>
                <a:lnTo>
                  <a:pt x="725" y="137387"/>
                </a:lnTo>
                <a:lnTo>
                  <a:pt x="11600" y="94079"/>
                </a:lnTo>
                <a:lnTo>
                  <a:pt x="34533" y="55765"/>
                </a:lnTo>
                <a:lnTo>
                  <a:pt x="67715" y="25660"/>
                </a:lnTo>
                <a:lnTo>
                  <a:pt x="108226" y="6525"/>
                </a:lnTo>
                <a:lnTo>
                  <a:pt x="152399" y="0"/>
                </a:lnTo>
                <a:lnTo>
                  <a:pt x="5181599" y="0"/>
                </a:lnTo>
                <a:lnTo>
                  <a:pt x="5196612" y="725"/>
                </a:lnTo>
                <a:lnTo>
                  <a:pt x="5211337" y="2900"/>
                </a:lnTo>
                <a:lnTo>
                  <a:pt x="5225773" y="6525"/>
                </a:lnTo>
                <a:lnTo>
                  <a:pt x="5234134" y="9524"/>
                </a:lnTo>
                <a:lnTo>
                  <a:pt x="152399" y="9524"/>
                </a:lnTo>
                <a:lnTo>
                  <a:pt x="145380" y="9696"/>
                </a:lnTo>
                <a:lnTo>
                  <a:pt x="104274" y="17873"/>
                </a:lnTo>
                <a:lnTo>
                  <a:pt x="67282" y="37646"/>
                </a:lnTo>
                <a:lnTo>
                  <a:pt x="37646" y="67282"/>
                </a:lnTo>
                <a:lnTo>
                  <a:pt x="17873" y="104274"/>
                </a:lnTo>
                <a:lnTo>
                  <a:pt x="9696" y="145380"/>
                </a:lnTo>
                <a:lnTo>
                  <a:pt x="9524" y="152399"/>
                </a:lnTo>
                <a:lnTo>
                  <a:pt x="9524" y="1962149"/>
                </a:lnTo>
                <a:lnTo>
                  <a:pt x="15675" y="2003624"/>
                </a:lnTo>
                <a:lnTo>
                  <a:pt x="33603" y="2041526"/>
                </a:lnTo>
                <a:lnTo>
                  <a:pt x="61759" y="2072594"/>
                </a:lnTo>
                <a:lnTo>
                  <a:pt x="97724" y="2094148"/>
                </a:lnTo>
                <a:lnTo>
                  <a:pt x="138395" y="2104338"/>
                </a:lnTo>
                <a:lnTo>
                  <a:pt x="152399" y="2105024"/>
                </a:lnTo>
                <a:lnTo>
                  <a:pt x="5234134" y="2105024"/>
                </a:lnTo>
                <a:lnTo>
                  <a:pt x="5225773" y="2108024"/>
                </a:lnTo>
                <a:lnTo>
                  <a:pt x="5211337" y="2111649"/>
                </a:lnTo>
                <a:lnTo>
                  <a:pt x="5196612" y="2113824"/>
                </a:lnTo>
                <a:lnTo>
                  <a:pt x="5181599" y="2114549"/>
                </a:lnTo>
                <a:close/>
              </a:path>
              <a:path w="5334000" h="2114550">
                <a:moveTo>
                  <a:pt x="5234134" y="2105024"/>
                </a:moveTo>
                <a:lnTo>
                  <a:pt x="5181599" y="2105024"/>
                </a:lnTo>
                <a:lnTo>
                  <a:pt x="5188618" y="2104853"/>
                </a:lnTo>
                <a:lnTo>
                  <a:pt x="5195603" y="2104338"/>
                </a:lnTo>
                <a:lnTo>
                  <a:pt x="5236275" y="2094148"/>
                </a:lnTo>
                <a:lnTo>
                  <a:pt x="5272239" y="2072594"/>
                </a:lnTo>
                <a:lnTo>
                  <a:pt x="5300394" y="2041526"/>
                </a:lnTo>
                <a:lnTo>
                  <a:pt x="5318323" y="2003624"/>
                </a:lnTo>
                <a:lnTo>
                  <a:pt x="5323663" y="1977162"/>
                </a:lnTo>
                <a:lnTo>
                  <a:pt x="5323788" y="1976154"/>
                </a:lnTo>
                <a:lnTo>
                  <a:pt x="5324302" y="1969168"/>
                </a:lnTo>
                <a:lnTo>
                  <a:pt x="5324474" y="1962149"/>
                </a:lnTo>
                <a:lnTo>
                  <a:pt x="5324474" y="152399"/>
                </a:lnTo>
                <a:lnTo>
                  <a:pt x="5318323" y="110925"/>
                </a:lnTo>
                <a:lnTo>
                  <a:pt x="5300394" y="73022"/>
                </a:lnTo>
                <a:lnTo>
                  <a:pt x="5272239" y="41954"/>
                </a:lnTo>
                <a:lnTo>
                  <a:pt x="5236275" y="20400"/>
                </a:lnTo>
                <a:lnTo>
                  <a:pt x="5195603" y="10211"/>
                </a:lnTo>
                <a:lnTo>
                  <a:pt x="5181599" y="9524"/>
                </a:lnTo>
                <a:lnTo>
                  <a:pt x="5234134" y="9524"/>
                </a:lnTo>
                <a:lnTo>
                  <a:pt x="5278234" y="34533"/>
                </a:lnTo>
                <a:lnTo>
                  <a:pt x="5308339" y="67715"/>
                </a:lnTo>
                <a:lnTo>
                  <a:pt x="5327473" y="108226"/>
                </a:lnTo>
                <a:lnTo>
                  <a:pt x="5333999" y="152399"/>
                </a:lnTo>
                <a:lnTo>
                  <a:pt x="5333999" y="1962149"/>
                </a:lnTo>
                <a:lnTo>
                  <a:pt x="5333323" y="1976154"/>
                </a:lnTo>
                <a:lnTo>
                  <a:pt x="5322398" y="2020470"/>
                </a:lnTo>
                <a:lnTo>
                  <a:pt x="5299465" y="2058784"/>
                </a:lnTo>
                <a:lnTo>
                  <a:pt x="5266284" y="2088889"/>
                </a:lnTo>
                <a:lnTo>
                  <a:pt x="5239920" y="2102948"/>
                </a:lnTo>
                <a:lnTo>
                  <a:pt x="5234134" y="2105024"/>
                </a:lnTo>
                <a:close/>
              </a:path>
            </a:pathLst>
          </a:custGeom>
          <a:solidFill>
            <a:srgbClr val="4A5462">
              <a:alpha val="3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177924" y="3902836"/>
            <a:ext cx="2022476" cy="276357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ko-KR" altLang="en-US" sz="1700" spc="-325" dirty="0">
                <a:solidFill>
                  <a:srgbClr val="FFFFFF"/>
                </a:solidFill>
                <a:latin typeface="Dotum"/>
                <a:cs typeface="Dotum"/>
              </a:rPr>
              <a:t>회원가입 과정</a:t>
            </a:r>
            <a:endParaRPr sz="1700" dirty="0">
              <a:latin typeface="Dotum"/>
              <a:cs typeface="Dotum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30701" y="4431982"/>
            <a:ext cx="8318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-50" dirty="0">
                <a:solidFill>
                  <a:srgbClr val="111726"/>
                </a:solidFill>
                <a:latin typeface="Beatrice"/>
                <a:cs typeface="Beatrice"/>
              </a:rPr>
              <a:t>1</a:t>
            </a:r>
            <a:endParaRPr sz="1150" dirty="0">
              <a:latin typeface="Beatrice"/>
              <a:cs typeface="Beatrice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292224" y="4377563"/>
            <a:ext cx="123317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260" dirty="0">
                <a:solidFill>
                  <a:srgbClr val="D0D5DA"/>
                </a:solidFill>
                <a:latin typeface="Dotum"/>
                <a:cs typeface="Dotum"/>
              </a:rPr>
              <a:t>회원가입</a:t>
            </a:r>
            <a:r>
              <a:rPr sz="1350" spc="-105" dirty="0">
                <a:solidFill>
                  <a:srgbClr val="D0D5DA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D0D5DA"/>
                </a:solidFill>
                <a:latin typeface="Dotum"/>
                <a:cs typeface="Dotum"/>
              </a:rPr>
              <a:t>정보</a:t>
            </a:r>
            <a:r>
              <a:rPr sz="1350" spc="-105" dirty="0">
                <a:solidFill>
                  <a:srgbClr val="D0D5DA"/>
                </a:solidFill>
                <a:latin typeface="Dotum"/>
                <a:cs typeface="Dotum"/>
              </a:rPr>
              <a:t> </a:t>
            </a:r>
            <a:r>
              <a:rPr sz="1350" spc="-285" dirty="0">
                <a:solidFill>
                  <a:srgbClr val="D0D5DA"/>
                </a:solidFill>
                <a:latin typeface="Dotum"/>
                <a:cs typeface="Dotum"/>
              </a:rPr>
              <a:t>입력</a:t>
            </a:r>
            <a:endParaRPr sz="1350" dirty="0">
              <a:latin typeface="Dotum"/>
              <a:cs typeface="Dotum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847725" y="481012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99" y="304799"/>
                </a:moveTo>
                <a:lnTo>
                  <a:pt x="108160" y="298239"/>
                </a:lnTo>
                <a:lnTo>
                  <a:pt x="67731" y="279115"/>
                </a:lnTo>
                <a:lnTo>
                  <a:pt x="34591" y="249082"/>
                </a:lnTo>
                <a:lnTo>
                  <a:pt x="11600" y="210720"/>
                </a:lnTo>
                <a:lnTo>
                  <a:pt x="732" y="167338"/>
                </a:lnTo>
                <a:lnTo>
                  <a:pt x="0" y="152399"/>
                </a:lnTo>
                <a:lnTo>
                  <a:pt x="183" y="144912"/>
                </a:lnTo>
                <a:lnTo>
                  <a:pt x="8904" y="101065"/>
                </a:lnTo>
                <a:lnTo>
                  <a:pt x="29995" y="61607"/>
                </a:lnTo>
                <a:lnTo>
                  <a:pt x="61607" y="29995"/>
                </a:lnTo>
                <a:lnTo>
                  <a:pt x="101066" y="8904"/>
                </a:lnTo>
                <a:lnTo>
                  <a:pt x="144912" y="183"/>
                </a:lnTo>
                <a:lnTo>
                  <a:pt x="152399" y="0"/>
                </a:lnTo>
                <a:lnTo>
                  <a:pt x="159886" y="183"/>
                </a:lnTo>
                <a:lnTo>
                  <a:pt x="203733" y="8904"/>
                </a:lnTo>
                <a:lnTo>
                  <a:pt x="243192" y="29995"/>
                </a:lnTo>
                <a:lnTo>
                  <a:pt x="274804" y="61607"/>
                </a:lnTo>
                <a:lnTo>
                  <a:pt x="295895" y="101065"/>
                </a:lnTo>
                <a:lnTo>
                  <a:pt x="304616" y="144912"/>
                </a:lnTo>
                <a:lnTo>
                  <a:pt x="304799" y="152399"/>
                </a:lnTo>
                <a:lnTo>
                  <a:pt x="304616" y="159887"/>
                </a:lnTo>
                <a:lnTo>
                  <a:pt x="295895" y="203733"/>
                </a:lnTo>
                <a:lnTo>
                  <a:pt x="274804" y="243192"/>
                </a:lnTo>
                <a:lnTo>
                  <a:pt x="243192" y="274804"/>
                </a:lnTo>
                <a:lnTo>
                  <a:pt x="203733" y="295895"/>
                </a:lnTo>
                <a:lnTo>
                  <a:pt x="159886" y="304616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A68B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945306" y="4851044"/>
            <a:ext cx="10985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-50" dirty="0">
                <a:solidFill>
                  <a:srgbClr val="111726"/>
                </a:solidFill>
                <a:latin typeface="Beatrice"/>
                <a:cs typeface="Beatrice"/>
              </a:rPr>
              <a:t>2</a:t>
            </a:r>
            <a:endParaRPr sz="1150">
              <a:latin typeface="Beatrice"/>
              <a:cs typeface="Beatrice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292224" y="4834762"/>
            <a:ext cx="113601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260" dirty="0">
                <a:solidFill>
                  <a:srgbClr val="D0D5DA"/>
                </a:solidFill>
                <a:latin typeface="Dotum"/>
                <a:cs typeface="Dotum"/>
              </a:rPr>
              <a:t>계정</a:t>
            </a:r>
            <a:r>
              <a:rPr sz="1350" spc="-110" dirty="0">
                <a:solidFill>
                  <a:srgbClr val="D0D5DA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D0D5DA"/>
                </a:solidFill>
                <a:latin typeface="Dotum"/>
                <a:cs typeface="Dotum"/>
              </a:rPr>
              <a:t>생성</a:t>
            </a:r>
            <a:r>
              <a:rPr sz="1350" spc="-110" dirty="0">
                <a:solidFill>
                  <a:srgbClr val="D0D5DA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D0D5DA"/>
                </a:solidFill>
                <a:latin typeface="Dotum"/>
                <a:cs typeface="Dotum"/>
              </a:rPr>
              <a:t>및</a:t>
            </a:r>
            <a:r>
              <a:rPr sz="1350" spc="-110" dirty="0">
                <a:solidFill>
                  <a:srgbClr val="D0D5DA"/>
                </a:solidFill>
                <a:latin typeface="Dotum"/>
                <a:cs typeface="Dotum"/>
              </a:rPr>
              <a:t> </a:t>
            </a:r>
            <a:r>
              <a:rPr sz="1350" spc="-285" dirty="0">
                <a:solidFill>
                  <a:srgbClr val="D0D5DA"/>
                </a:solidFill>
                <a:latin typeface="Dotum"/>
                <a:cs typeface="Dotum"/>
              </a:rPr>
              <a:t>저장</a:t>
            </a:r>
            <a:endParaRPr sz="1350">
              <a:latin typeface="Dotum"/>
              <a:cs typeface="Dotum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847725" y="526732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99" y="304799"/>
                </a:moveTo>
                <a:lnTo>
                  <a:pt x="108160" y="298239"/>
                </a:lnTo>
                <a:lnTo>
                  <a:pt x="67731" y="279115"/>
                </a:lnTo>
                <a:lnTo>
                  <a:pt x="34591" y="249082"/>
                </a:lnTo>
                <a:lnTo>
                  <a:pt x="11600" y="210720"/>
                </a:lnTo>
                <a:lnTo>
                  <a:pt x="732" y="167337"/>
                </a:lnTo>
                <a:lnTo>
                  <a:pt x="0" y="152399"/>
                </a:lnTo>
                <a:lnTo>
                  <a:pt x="183" y="144912"/>
                </a:lnTo>
                <a:lnTo>
                  <a:pt x="8904" y="101065"/>
                </a:lnTo>
                <a:lnTo>
                  <a:pt x="29995" y="61607"/>
                </a:lnTo>
                <a:lnTo>
                  <a:pt x="61607" y="29995"/>
                </a:lnTo>
                <a:lnTo>
                  <a:pt x="101066" y="8904"/>
                </a:lnTo>
                <a:lnTo>
                  <a:pt x="144912" y="183"/>
                </a:lnTo>
                <a:lnTo>
                  <a:pt x="152399" y="0"/>
                </a:lnTo>
                <a:lnTo>
                  <a:pt x="159886" y="183"/>
                </a:lnTo>
                <a:lnTo>
                  <a:pt x="203733" y="8904"/>
                </a:lnTo>
                <a:lnTo>
                  <a:pt x="243192" y="29995"/>
                </a:lnTo>
                <a:lnTo>
                  <a:pt x="274804" y="61607"/>
                </a:lnTo>
                <a:lnTo>
                  <a:pt x="295895" y="101065"/>
                </a:lnTo>
                <a:lnTo>
                  <a:pt x="304616" y="144912"/>
                </a:lnTo>
                <a:lnTo>
                  <a:pt x="304799" y="152399"/>
                </a:lnTo>
                <a:lnTo>
                  <a:pt x="304616" y="159886"/>
                </a:lnTo>
                <a:lnTo>
                  <a:pt x="295895" y="203733"/>
                </a:lnTo>
                <a:lnTo>
                  <a:pt x="274804" y="243192"/>
                </a:lnTo>
                <a:lnTo>
                  <a:pt x="243192" y="274804"/>
                </a:lnTo>
                <a:lnTo>
                  <a:pt x="203733" y="295895"/>
                </a:lnTo>
                <a:lnTo>
                  <a:pt x="159886" y="304616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33D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944264" y="5308244"/>
            <a:ext cx="11176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-50" dirty="0">
                <a:solidFill>
                  <a:srgbClr val="111726"/>
                </a:solidFill>
                <a:latin typeface="Beatrice"/>
                <a:cs typeface="Beatrice"/>
              </a:rPr>
              <a:t>3</a:t>
            </a:r>
            <a:endParaRPr sz="1150">
              <a:latin typeface="Beatrice"/>
              <a:cs typeface="Beatrice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292224" y="5291962"/>
            <a:ext cx="123317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260" dirty="0">
                <a:solidFill>
                  <a:srgbClr val="D0D5DA"/>
                </a:solidFill>
                <a:latin typeface="Dotum"/>
                <a:cs typeface="Dotum"/>
              </a:rPr>
              <a:t>개인</a:t>
            </a:r>
            <a:r>
              <a:rPr sz="1350" spc="-105" dirty="0">
                <a:solidFill>
                  <a:srgbClr val="D0D5DA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D0D5DA"/>
                </a:solidFill>
                <a:latin typeface="Dotum"/>
                <a:cs typeface="Dotum"/>
              </a:rPr>
              <a:t>홈페이지</a:t>
            </a:r>
            <a:r>
              <a:rPr sz="1350" spc="-105" dirty="0">
                <a:solidFill>
                  <a:srgbClr val="D0D5DA"/>
                </a:solidFill>
                <a:latin typeface="Dotum"/>
                <a:cs typeface="Dotum"/>
              </a:rPr>
              <a:t> </a:t>
            </a:r>
            <a:r>
              <a:rPr sz="1350" spc="-285" dirty="0">
                <a:solidFill>
                  <a:srgbClr val="D0D5DA"/>
                </a:solidFill>
                <a:latin typeface="Dotum"/>
                <a:cs typeface="Dotum"/>
              </a:rPr>
              <a:t>접근</a:t>
            </a:r>
            <a:endParaRPr sz="1350" dirty="0">
              <a:latin typeface="Dotum"/>
              <a:cs typeface="Dotum"/>
            </a:endParaRPr>
          </a:p>
        </p:txBody>
      </p:sp>
      <p:pic>
        <p:nvPicPr>
          <p:cNvPr id="40" name="object 4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47718" y="3952868"/>
            <a:ext cx="228612" cy="228612"/>
          </a:xfrm>
          <a:prstGeom prst="rect">
            <a:avLst/>
          </a:prstGeom>
        </p:spPr>
      </p:pic>
      <p:grpSp>
        <p:nvGrpSpPr>
          <p:cNvPr id="54" name="object 54"/>
          <p:cNvGrpSpPr/>
          <p:nvPr/>
        </p:nvGrpSpPr>
        <p:grpSpPr>
          <a:xfrm>
            <a:off x="495299" y="771524"/>
            <a:ext cx="11391900" cy="6924674"/>
            <a:chOff x="495299" y="771524"/>
            <a:chExt cx="11391900" cy="6924674"/>
          </a:xfrm>
        </p:grpSpPr>
        <p:pic>
          <p:nvPicPr>
            <p:cNvPr id="55" name="object 5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1999" y="771524"/>
              <a:ext cx="190499" cy="190499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093053" y="1228724"/>
              <a:ext cx="178593" cy="190202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9599" y="7029449"/>
              <a:ext cx="150018" cy="171449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95299" y="7581899"/>
              <a:ext cx="114300" cy="114299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85799" y="7581899"/>
              <a:ext cx="114300" cy="114299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687174" y="7439024"/>
              <a:ext cx="200025" cy="228600"/>
            </a:xfrm>
            <a:prstGeom prst="rect">
              <a:avLst/>
            </a:prstGeom>
          </p:spPr>
        </p:pic>
      </p:grpSp>
      <p:pic>
        <p:nvPicPr>
          <p:cNvPr id="65" name="그림 64">
            <a:extLst>
              <a:ext uri="{FF2B5EF4-FFF2-40B4-BE49-F238E27FC236}">
                <a16:creationId xmlns:a16="http://schemas.microsoft.com/office/drawing/2014/main" id="{8F46F58E-CF8B-6E16-A6B6-90AF10CB4A4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54567" y="1458484"/>
            <a:ext cx="3839111" cy="4639322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0F775934-AD7F-8121-60AE-E8BF62715425}"/>
              </a:ext>
            </a:extLst>
          </p:cNvPr>
          <p:cNvSpPr txBox="1"/>
          <p:nvPr/>
        </p:nvSpPr>
        <p:spPr>
          <a:xfrm>
            <a:off x="3429000" y="4377563"/>
            <a:ext cx="236220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50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이메일</a:t>
            </a:r>
            <a:r>
              <a:rPr lang="ko-KR" altLang="en-US" sz="1350" dirty="0">
                <a:solidFill>
                  <a:schemeClr val="bg1"/>
                </a:solidFill>
              </a:rPr>
              <a:t> 및 비밀번호 기입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5FE66A3-CC1E-FF22-27F5-10E829D15CEB}"/>
              </a:ext>
            </a:extLst>
          </p:cNvPr>
          <p:cNvSpPr txBox="1"/>
          <p:nvPr/>
        </p:nvSpPr>
        <p:spPr>
          <a:xfrm>
            <a:off x="3581400" y="3902836"/>
            <a:ext cx="1560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로그인</a:t>
            </a:r>
            <a:r>
              <a:rPr lang="ko-KR" altLang="en-US" dirty="0">
                <a:solidFill>
                  <a:schemeClr val="bg1"/>
                </a:solidFill>
              </a:rPr>
              <a:t> 과정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F797F3-EF12-49FD-3A31-A2551D145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2600" y="892191"/>
            <a:ext cx="2755999" cy="477054"/>
          </a:xfrm>
        </p:spPr>
        <p:txBody>
          <a:bodyPr/>
          <a:lstStyle/>
          <a:p>
            <a:r>
              <a:rPr lang="ko-KR" altLang="en-US"/>
              <a:t>메뉴</a:t>
            </a:r>
            <a:endParaRPr 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82013AA-FB56-8C0F-EA92-73450CFF7554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6278880" y="2361406"/>
            <a:ext cx="5303520" cy="553998"/>
          </a:xfrm>
        </p:spPr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사용자의 감정</a:t>
            </a:r>
            <a:r>
              <a:rPr lang="en-US" altLang="ko-KR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활동</a:t>
            </a:r>
            <a:r>
              <a:rPr lang="en-US" altLang="ko-KR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장르</a:t>
            </a:r>
            <a:r>
              <a:rPr lang="en-US" altLang="ko-KR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음악 출처 등을 통해 사용자 맞춤 음악을 추천합니다</a:t>
            </a:r>
            <a:r>
              <a:rPr lang="en-US" altLang="ko-KR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  <a:endParaRPr lang="en-US" dirty="0">
              <a:solidFill>
                <a:schemeClr val="bg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8D079FE7-3D1E-E3A1-339B-0DA51CF9FC0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600" y="2194744"/>
            <a:ext cx="5303838" cy="3292424"/>
          </a:xfrm>
          <a:prstGeom prst="rect">
            <a:avLst/>
          </a:prstGeom>
        </p:spPr>
      </p:pic>
      <p:grpSp>
        <p:nvGrpSpPr>
          <p:cNvPr id="6" name="object 5">
            <a:extLst>
              <a:ext uri="{FF2B5EF4-FFF2-40B4-BE49-F238E27FC236}">
                <a16:creationId xmlns:a16="http://schemas.microsoft.com/office/drawing/2014/main" id="{F40D5D4C-B984-221A-4447-5CF56A974958}"/>
              </a:ext>
            </a:extLst>
          </p:cNvPr>
          <p:cNvGrpSpPr/>
          <p:nvPr/>
        </p:nvGrpSpPr>
        <p:grpSpPr>
          <a:xfrm>
            <a:off x="4627563" y="1558630"/>
            <a:ext cx="2571750" cy="369333"/>
            <a:chOff x="4810125" y="990600"/>
            <a:chExt cx="2571750" cy="361950"/>
          </a:xfrm>
        </p:grpSpPr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CC805644-6CD5-A135-89DD-9525D98F4D8F}"/>
                </a:ext>
              </a:extLst>
            </p:cNvPr>
            <p:cNvSpPr/>
            <p:nvPr/>
          </p:nvSpPr>
          <p:spPr>
            <a:xfrm>
              <a:off x="4810125" y="990600"/>
              <a:ext cx="2571750" cy="361950"/>
            </a:xfrm>
            <a:custGeom>
              <a:avLst/>
              <a:gdLst/>
              <a:ahLst/>
              <a:cxnLst/>
              <a:rect l="l" t="t" r="r" b="b"/>
              <a:pathLst>
                <a:path w="2571750" h="361950">
                  <a:moveTo>
                    <a:pt x="2495549" y="361949"/>
                  </a:moveTo>
                  <a:lnTo>
                    <a:pt x="76199" y="361949"/>
                  </a:lnTo>
                  <a:lnTo>
                    <a:pt x="68693" y="361587"/>
                  </a:lnTo>
                  <a:lnTo>
                    <a:pt x="27881" y="344682"/>
                  </a:lnTo>
                  <a:lnTo>
                    <a:pt x="3262" y="307836"/>
                  </a:lnTo>
                  <a:lnTo>
                    <a:pt x="0" y="28574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2495549" y="0"/>
                  </a:lnTo>
                  <a:lnTo>
                    <a:pt x="2532370" y="9524"/>
                  </a:lnTo>
                  <a:lnTo>
                    <a:pt x="71821" y="9524"/>
                  </a:lnTo>
                  <a:lnTo>
                    <a:pt x="67485" y="9951"/>
                  </a:lnTo>
                  <a:lnTo>
                    <a:pt x="32148" y="25957"/>
                  </a:lnTo>
                  <a:lnTo>
                    <a:pt x="11659" y="58898"/>
                  </a:lnTo>
                  <a:lnTo>
                    <a:pt x="9524" y="71821"/>
                  </a:lnTo>
                  <a:lnTo>
                    <a:pt x="9524" y="290127"/>
                  </a:lnTo>
                  <a:lnTo>
                    <a:pt x="9832" y="293256"/>
                  </a:lnTo>
                  <a:lnTo>
                    <a:pt x="9951" y="294463"/>
                  </a:lnTo>
                  <a:lnTo>
                    <a:pt x="25956" y="329800"/>
                  </a:lnTo>
                  <a:lnTo>
                    <a:pt x="58897" y="350289"/>
                  </a:lnTo>
                  <a:lnTo>
                    <a:pt x="71821" y="352424"/>
                  </a:lnTo>
                  <a:lnTo>
                    <a:pt x="2532369" y="352424"/>
                  </a:lnTo>
                  <a:lnTo>
                    <a:pt x="2531505" y="352941"/>
                  </a:lnTo>
                  <a:lnTo>
                    <a:pt x="2524709" y="356149"/>
                  </a:lnTo>
                  <a:lnTo>
                    <a:pt x="2517636" y="358687"/>
                  </a:lnTo>
                  <a:lnTo>
                    <a:pt x="2510418" y="360499"/>
                  </a:lnTo>
                  <a:lnTo>
                    <a:pt x="2503056" y="361587"/>
                  </a:lnTo>
                  <a:lnTo>
                    <a:pt x="2495549" y="361949"/>
                  </a:lnTo>
                  <a:close/>
                </a:path>
                <a:path w="2571750" h="361950">
                  <a:moveTo>
                    <a:pt x="2532369" y="352424"/>
                  </a:moveTo>
                  <a:lnTo>
                    <a:pt x="2499927" y="352424"/>
                  </a:lnTo>
                  <a:lnTo>
                    <a:pt x="2504262" y="351997"/>
                  </a:lnTo>
                  <a:lnTo>
                    <a:pt x="2512850" y="350289"/>
                  </a:lnTo>
                  <a:lnTo>
                    <a:pt x="2545791" y="329800"/>
                  </a:lnTo>
                  <a:lnTo>
                    <a:pt x="2561797" y="294463"/>
                  </a:lnTo>
                  <a:lnTo>
                    <a:pt x="2562223" y="290127"/>
                  </a:lnTo>
                  <a:lnTo>
                    <a:pt x="2562223" y="71821"/>
                  </a:lnTo>
                  <a:lnTo>
                    <a:pt x="2561915" y="68693"/>
                  </a:lnTo>
                  <a:lnTo>
                    <a:pt x="2561796" y="67486"/>
                  </a:lnTo>
                  <a:lnTo>
                    <a:pt x="2545791" y="32149"/>
                  </a:lnTo>
                  <a:lnTo>
                    <a:pt x="2512850" y="11660"/>
                  </a:lnTo>
                  <a:lnTo>
                    <a:pt x="2499927" y="9524"/>
                  </a:lnTo>
                  <a:lnTo>
                    <a:pt x="2532370" y="9524"/>
                  </a:lnTo>
                  <a:lnTo>
                    <a:pt x="2562741" y="40243"/>
                  </a:lnTo>
                  <a:lnTo>
                    <a:pt x="2571749" y="285749"/>
                  </a:lnTo>
                  <a:lnTo>
                    <a:pt x="2571387" y="293256"/>
                  </a:lnTo>
                  <a:lnTo>
                    <a:pt x="2554482" y="334067"/>
                  </a:lnTo>
                  <a:lnTo>
                    <a:pt x="2538019" y="349024"/>
                  </a:lnTo>
                  <a:lnTo>
                    <a:pt x="2532369" y="352424"/>
                  </a:lnTo>
                  <a:close/>
                </a:path>
              </a:pathLst>
            </a:custGeom>
            <a:solidFill>
              <a:srgbClr val="00F5FF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7">
              <a:extLst>
                <a:ext uri="{FF2B5EF4-FFF2-40B4-BE49-F238E27FC236}">
                  <a16:creationId xmlns:a16="http://schemas.microsoft.com/office/drawing/2014/main" id="{01D80E16-18DC-7F06-BF57-F45E97A923E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68692" y="1094411"/>
              <a:ext cx="173402" cy="135277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57BF835-500F-5D27-235B-B2E0CC772097}"/>
              </a:ext>
            </a:extLst>
          </p:cNvPr>
          <p:cNvSpPr txBox="1"/>
          <p:nvPr/>
        </p:nvSpPr>
        <p:spPr>
          <a:xfrm>
            <a:off x="5300661" y="1514499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home.php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9850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C85BB1-E5CF-FA11-14C7-6BB531DD8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0" y="837406"/>
            <a:ext cx="2755999" cy="477054"/>
          </a:xfrm>
        </p:spPr>
        <p:txBody>
          <a:bodyPr/>
          <a:lstStyle/>
          <a:p>
            <a:r>
              <a:rPr lang="ko-KR" altLang="en-US"/>
              <a:t>메뉴</a:t>
            </a:r>
            <a:endParaRPr 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12BEE9-FC42-BB2D-DE1B-91087B0E6EB0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6278880" y="2513806"/>
            <a:ext cx="5303520" cy="830997"/>
          </a:xfrm>
        </p:spPr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다른 사람들의 </a:t>
            </a:r>
            <a:r>
              <a:rPr lang="ko-KR" altLang="en-US" dirty="0" err="1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피드를</a:t>
            </a:r>
            <a:r>
              <a:rPr lang="ko-KR" altLang="en-US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 내 페이지에 보이게 하여 </a:t>
            </a:r>
            <a:endParaRPr lang="en-US" altLang="ko-KR" dirty="0">
              <a:solidFill>
                <a:schemeClr val="bg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r>
              <a:rPr lang="ko-KR" altLang="en-US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좋아요</a:t>
            </a:r>
            <a:r>
              <a:rPr lang="en-US" altLang="ko-KR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댓글</a:t>
            </a:r>
            <a:r>
              <a:rPr lang="en-US" altLang="ko-KR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ko-KR" altLang="en-US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달기</a:t>
            </a:r>
            <a:r>
              <a:rPr lang="en-US" altLang="ko-KR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댓글 보기 등 소통을 할 수 있습니다</a:t>
            </a:r>
            <a:r>
              <a:rPr lang="en-US" altLang="ko-KR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  <a:endParaRPr lang="en-US" dirty="0">
              <a:solidFill>
                <a:schemeClr val="bg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5" name="내용 개체 틀 8">
            <a:extLst>
              <a:ext uri="{FF2B5EF4-FFF2-40B4-BE49-F238E27FC236}">
                <a16:creationId xmlns:a16="http://schemas.microsoft.com/office/drawing/2014/main" id="{CCFC9A42-76C4-E063-0B20-FDF1D87E951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600" y="2281470"/>
            <a:ext cx="5303838" cy="31189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BB19AB-EEDB-3CF8-9841-E6A1A68A2D95}"/>
              </a:ext>
            </a:extLst>
          </p:cNvPr>
          <p:cNvSpPr txBox="1"/>
          <p:nvPr/>
        </p:nvSpPr>
        <p:spPr>
          <a:xfrm>
            <a:off x="5300661" y="1514499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home.php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7" name="object 5">
            <a:extLst>
              <a:ext uri="{FF2B5EF4-FFF2-40B4-BE49-F238E27FC236}">
                <a16:creationId xmlns:a16="http://schemas.microsoft.com/office/drawing/2014/main" id="{0068E744-C14F-7961-8798-E6932D8463D0}"/>
              </a:ext>
            </a:extLst>
          </p:cNvPr>
          <p:cNvGrpSpPr/>
          <p:nvPr/>
        </p:nvGrpSpPr>
        <p:grpSpPr>
          <a:xfrm>
            <a:off x="4627563" y="1548590"/>
            <a:ext cx="2571750" cy="369332"/>
            <a:chOff x="4810125" y="990600"/>
            <a:chExt cx="2571750" cy="361950"/>
          </a:xfrm>
        </p:grpSpPr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9930159C-F7E3-5840-45A6-800D7F6ECBFD}"/>
                </a:ext>
              </a:extLst>
            </p:cNvPr>
            <p:cNvSpPr/>
            <p:nvPr/>
          </p:nvSpPr>
          <p:spPr>
            <a:xfrm>
              <a:off x="4810125" y="990600"/>
              <a:ext cx="2571750" cy="361950"/>
            </a:xfrm>
            <a:custGeom>
              <a:avLst/>
              <a:gdLst/>
              <a:ahLst/>
              <a:cxnLst/>
              <a:rect l="l" t="t" r="r" b="b"/>
              <a:pathLst>
                <a:path w="2571750" h="361950">
                  <a:moveTo>
                    <a:pt x="2495549" y="361949"/>
                  </a:moveTo>
                  <a:lnTo>
                    <a:pt x="76199" y="361949"/>
                  </a:lnTo>
                  <a:lnTo>
                    <a:pt x="68693" y="361587"/>
                  </a:lnTo>
                  <a:lnTo>
                    <a:pt x="27881" y="344682"/>
                  </a:lnTo>
                  <a:lnTo>
                    <a:pt x="3262" y="307836"/>
                  </a:lnTo>
                  <a:lnTo>
                    <a:pt x="0" y="28574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2495549" y="0"/>
                  </a:lnTo>
                  <a:lnTo>
                    <a:pt x="2532370" y="9524"/>
                  </a:lnTo>
                  <a:lnTo>
                    <a:pt x="71821" y="9524"/>
                  </a:lnTo>
                  <a:lnTo>
                    <a:pt x="67485" y="9951"/>
                  </a:lnTo>
                  <a:lnTo>
                    <a:pt x="32148" y="25957"/>
                  </a:lnTo>
                  <a:lnTo>
                    <a:pt x="11659" y="58898"/>
                  </a:lnTo>
                  <a:lnTo>
                    <a:pt x="9524" y="71821"/>
                  </a:lnTo>
                  <a:lnTo>
                    <a:pt x="9524" y="290127"/>
                  </a:lnTo>
                  <a:lnTo>
                    <a:pt x="9832" y="293256"/>
                  </a:lnTo>
                  <a:lnTo>
                    <a:pt x="9951" y="294463"/>
                  </a:lnTo>
                  <a:lnTo>
                    <a:pt x="25956" y="329800"/>
                  </a:lnTo>
                  <a:lnTo>
                    <a:pt x="58897" y="350289"/>
                  </a:lnTo>
                  <a:lnTo>
                    <a:pt x="71821" y="352424"/>
                  </a:lnTo>
                  <a:lnTo>
                    <a:pt x="2532369" y="352424"/>
                  </a:lnTo>
                  <a:lnTo>
                    <a:pt x="2531505" y="352941"/>
                  </a:lnTo>
                  <a:lnTo>
                    <a:pt x="2524709" y="356149"/>
                  </a:lnTo>
                  <a:lnTo>
                    <a:pt x="2517636" y="358687"/>
                  </a:lnTo>
                  <a:lnTo>
                    <a:pt x="2510418" y="360499"/>
                  </a:lnTo>
                  <a:lnTo>
                    <a:pt x="2503056" y="361587"/>
                  </a:lnTo>
                  <a:lnTo>
                    <a:pt x="2495549" y="361949"/>
                  </a:lnTo>
                  <a:close/>
                </a:path>
                <a:path w="2571750" h="361950">
                  <a:moveTo>
                    <a:pt x="2532369" y="352424"/>
                  </a:moveTo>
                  <a:lnTo>
                    <a:pt x="2499927" y="352424"/>
                  </a:lnTo>
                  <a:lnTo>
                    <a:pt x="2504262" y="351997"/>
                  </a:lnTo>
                  <a:lnTo>
                    <a:pt x="2512850" y="350289"/>
                  </a:lnTo>
                  <a:lnTo>
                    <a:pt x="2545791" y="329800"/>
                  </a:lnTo>
                  <a:lnTo>
                    <a:pt x="2561797" y="294463"/>
                  </a:lnTo>
                  <a:lnTo>
                    <a:pt x="2562223" y="290127"/>
                  </a:lnTo>
                  <a:lnTo>
                    <a:pt x="2562223" y="71821"/>
                  </a:lnTo>
                  <a:lnTo>
                    <a:pt x="2561915" y="68693"/>
                  </a:lnTo>
                  <a:lnTo>
                    <a:pt x="2561796" y="67486"/>
                  </a:lnTo>
                  <a:lnTo>
                    <a:pt x="2545791" y="32149"/>
                  </a:lnTo>
                  <a:lnTo>
                    <a:pt x="2512850" y="11660"/>
                  </a:lnTo>
                  <a:lnTo>
                    <a:pt x="2499927" y="9524"/>
                  </a:lnTo>
                  <a:lnTo>
                    <a:pt x="2532370" y="9524"/>
                  </a:lnTo>
                  <a:lnTo>
                    <a:pt x="2562741" y="40243"/>
                  </a:lnTo>
                  <a:lnTo>
                    <a:pt x="2571749" y="285749"/>
                  </a:lnTo>
                  <a:lnTo>
                    <a:pt x="2571387" y="293256"/>
                  </a:lnTo>
                  <a:lnTo>
                    <a:pt x="2554482" y="334067"/>
                  </a:lnTo>
                  <a:lnTo>
                    <a:pt x="2538019" y="349024"/>
                  </a:lnTo>
                  <a:lnTo>
                    <a:pt x="2532369" y="352424"/>
                  </a:lnTo>
                  <a:close/>
                </a:path>
              </a:pathLst>
            </a:custGeom>
            <a:solidFill>
              <a:srgbClr val="00F5FF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9" name="object 7">
              <a:extLst>
                <a:ext uri="{FF2B5EF4-FFF2-40B4-BE49-F238E27FC236}">
                  <a16:creationId xmlns:a16="http://schemas.microsoft.com/office/drawing/2014/main" id="{BD347511-8F16-36A6-30D9-C682159F603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68692" y="1094411"/>
              <a:ext cx="173402" cy="1352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30621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587"/>
            <a:ext cx="12191999" cy="685799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635326" y="240855"/>
            <a:ext cx="147574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-484" dirty="0"/>
              <a:t>내</a:t>
            </a:r>
            <a:r>
              <a:rPr sz="2550" spc="-320" dirty="0"/>
              <a:t> </a:t>
            </a:r>
            <a:r>
              <a:rPr sz="2550" spc="-484" dirty="0"/>
              <a:t>피드</a:t>
            </a:r>
            <a:r>
              <a:rPr sz="2550" spc="-320" dirty="0"/>
              <a:t> </a:t>
            </a:r>
            <a:r>
              <a:rPr sz="2550" spc="-509" dirty="0"/>
              <a:t>기능</a:t>
            </a:r>
            <a:endParaRPr sz="2550" dirty="0"/>
          </a:p>
        </p:txBody>
      </p:sp>
      <p:grpSp>
        <p:nvGrpSpPr>
          <p:cNvPr id="7" name="object 7"/>
          <p:cNvGrpSpPr/>
          <p:nvPr/>
        </p:nvGrpSpPr>
        <p:grpSpPr>
          <a:xfrm>
            <a:off x="5448299" y="761999"/>
            <a:ext cx="1295400" cy="361950"/>
            <a:chOff x="5448299" y="761999"/>
            <a:chExt cx="1295400" cy="36195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48299" y="761999"/>
              <a:ext cx="1295399" cy="36194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448299" y="761999"/>
              <a:ext cx="1295400" cy="361950"/>
            </a:xfrm>
            <a:custGeom>
              <a:avLst/>
              <a:gdLst/>
              <a:ahLst/>
              <a:cxnLst/>
              <a:rect l="l" t="t" r="r" b="b"/>
              <a:pathLst>
                <a:path w="1295400" h="361950">
                  <a:moveTo>
                    <a:pt x="1219199" y="361949"/>
                  </a:moveTo>
                  <a:lnTo>
                    <a:pt x="76199" y="361949"/>
                  </a:lnTo>
                  <a:lnTo>
                    <a:pt x="68693" y="361587"/>
                  </a:lnTo>
                  <a:lnTo>
                    <a:pt x="27882" y="344682"/>
                  </a:lnTo>
                  <a:lnTo>
                    <a:pt x="3262" y="307836"/>
                  </a:lnTo>
                  <a:lnTo>
                    <a:pt x="0" y="28574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1219199" y="0"/>
                  </a:lnTo>
                  <a:lnTo>
                    <a:pt x="1256019" y="9524"/>
                  </a:lnTo>
                  <a:lnTo>
                    <a:pt x="71821" y="9524"/>
                  </a:lnTo>
                  <a:lnTo>
                    <a:pt x="67485" y="9951"/>
                  </a:lnTo>
                  <a:lnTo>
                    <a:pt x="32148" y="25957"/>
                  </a:lnTo>
                  <a:lnTo>
                    <a:pt x="11659" y="58898"/>
                  </a:lnTo>
                  <a:lnTo>
                    <a:pt x="9524" y="71821"/>
                  </a:lnTo>
                  <a:lnTo>
                    <a:pt x="9524" y="290127"/>
                  </a:lnTo>
                  <a:lnTo>
                    <a:pt x="23192" y="326432"/>
                  </a:lnTo>
                  <a:lnTo>
                    <a:pt x="54728" y="349024"/>
                  </a:lnTo>
                  <a:lnTo>
                    <a:pt x="71821" y="352424"/>
                  </a:lnTo>
                  <a:lnTo>
                    <a:pt x="1256019" y="352424"/>
                  </a:lnTo>
                  <a:lnTo>
                    <a:pt x="1255155" y="352941"/>
                  </a:lnTo>
                  <a:lnTo>
                    <a:pt x="1248359" y="356149"/>
                  </a:lnTo>
                  <a:lnTo>
                    <a:pt x="1241285" y="358687"/>
                  </a:lnTo>
                  <a:lnTo>
                    <a:pt x="1234068" y="360499"/>
                  </a:lnTo>
                  <a:lnTo>
                    <a:pt x="1226706" y="361587"/>
                  </a:lnTo>
                  <a:lnTo>
                    <a:pt x="1219199" y="361949"/>
                  </a:lnTo>
                  <a:close/>
                </a:path>
                <a:path w="1295400" h="361950">
                  <a:moveTo>
                    <a:pt x="1256019" y="352424"/>
                  </a:moveTo>
                  <a:lnTo>
                    <a:pt x="1223577" y="352424"/>
                  </a:lnTo>
                  <a:lnTo>
                    <a:pt x="1227912" y="351997"/>
                  </a:lnTo>
                  <a:lnTo>
                    <a:pt x="1236500" y="350289"/>
                  </a:lnTo>
                  <a:lnTo>
                    <a:pt x="1269441" y="329800"/>
                  </a:lnTo>
                  <a:lnTo>
                    <a:pt x="1285447" y="294463"/>
                  </a:lnTo>
                  <a:lnTo>
                    <a:pt x="1285874" y="290127"/>
                  </a:lnTo>
                  <a:lnTo>
                    <a:pt x="1285874" y="71821"/>
                  </a:lnTo>
                  <a:lnTo>
                    <a:pt x="1272205" y="35517"/>
                  </a:lnTo>
                  <a:lnTo>
                    <a:pt x="1240357" y="12829"/>
                  </a:lnTo>
                  <a:lnTo>
                    <a:pt x="1223577" y="9524"/>
                  </a:lnTo>
                  <a:lnTo>
                    <a:pt x="1256019" y="9524"/>
                  </a:lnTo>
                  <a:lnTo>
                    <a:pt x="1286390" y="40243"/>
                  </a:lnTo>
                  <a:lnTo>
                    <a:pt x="1295399" y="285749"/>
                  </a:lnTo>
                  <a:lnTo>
                    <a:pt x="1295036" y="293256"/>
                  </a:lnTo>
                  <a:lnTo>
                    <a:pt x="1278132" y="334067"/>
                  </a:lnTo>
                  <a:lnTo>
                    <a:pt x="1261669" y="349024"/>
                  </a:lnTo>
                  <a:lnTo>
                    <a:pt x="1256019" y="352424"/>
                  </a:lnTo>
                  <a:close/>
                </a:path>
              </a:pathLst>
            </a:custGeom>
            <a:solidFill>
              <a:srgbClr val="00F5FF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09417" y="865811"/>
              <a:ext cx="168302" cy="135277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5924602" y="823916"/>
            <a:ext cx="786342" cy="2019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spc="-35" dirty="0" err="1">
                <a:solidFill>
                  <a:schemeClr val="bg1"/>
                </a:solidFill>
                <a:latin typeface="Lucida Console"/>
                <a:cs typeface="Lucida Console"/>
              </a:rPr>
              <a:t>feed.php</a:t>
            </a:r>
            <a:endParaRPr sz="1100" dirty="0">
              <a:solidFill>
                <a:schemeClr val="bg1"/>
              </a:solidFill>
              <a:latin typeface="Lucida Console"/>
              <a:cs typeface="Lucida Console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81000" y="437856"/>
            <a:ext cx="11429999" cy="5048542"/>
            <a:chOff x="381000" y="437856"/>
            <a:chExt cx="11429999" cy="5048542"/>
          </a:xfrm>
        </p:grpSpPr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71549" y="4819649"/>
              <a:ext cx="666749" cy="66674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020308" y="729386"/>
              <a:ext cx="952481" cy="95248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153399" y="437856"/>
              <a:ext cx="3657600" cy="2305050"/>
            </a:xfrm>
            <a:custGeom>
              <a:avLst/>
              <a:gdLst/>
              <a:ahLst/>
              <a:cxnLst/>
              <a:rect l="l" t="t" r="r" b="b"/>
              <a:pathLst>
                <a:path w="3657600" h="2305050">
                  <a:moveTo>
                    <a:pt x="3543299" y="2305049"/>
                  </a:moveTo>
                  <a:lnTo>
                    <a:pt x="114299" y="2305049"/>
                  </a:lnTo>
                  <a:lnTo>
                    <a:pt x="103040" y="2304505"/>
                  </a:lnTo>
                  <a:lnTo>
                    <a:pt x="60365" y="2291537"/>
                  </a:lnTo>
                  <a:lnTo>
                    <a:pt x="25900" y="2263225"/>
                  </a:lnTo>
                  <a:lnTo>
                    <a:pt x="4894" y="2223879"/>
                  </a:lnTo>
                  <a:lnTo>
                    <a:pt x="0" y="219074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543299" y="0"/>
                  </a:lnTo>
                  <a:lnTo>
                    <a:pt x="3587039" y="8700"/>
                  </a:lnTo>
                  <a:lnTo>
                    <a:pt x="3624121" y="33477"/>
                  </a:lnTo>
                  <a:lnTo>
                    <a:pt x="3648898" y="70559"/>
                  </a:lnTo>
                  <a:lnTo>
                    <a:pt x="3657599" y="114299"/>
                  </a:lnTo>
                  <a:lnTo>
                    <a:pt x="3657599" y="2190749"/>
                  </a:lnTo>
                  <a:lnTo>
                    <a:pt x="3648898" y="2234490"/>
                  </a:lnTo>
                  <a:lnTo>
                    <a:pt x="3624121" y="2271571"/>
                  </a:lnTo>
                  <a:lnTo>
                    <a:pt x="3587039" y="2296348"/>
                  </a:lnTo>
                  <a:lnTo>
                    <a:pt x="3543299" y="2305049"/>
                  </a:lnTo>
                  <a:close/>
                </a:path>
              </a:pathLst>
            </a:custGeom>
            <a:solidFill>
              <a:srgbClr val="1F2937">
                <a:alpha val="850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1" name="object 21"/>
            <p:cNvSpPr/>
            <p:nvPr/>
          </p:nvSpPr>
          <p:spPr>
            <a:xfrm>
              <a:off x="381000" y="1352549"/>
              <a:ext cx="3657600" cy="2305050"/>
            </a:xfrm>
            <a:custGeom>
              <a:avLst/>
              <a:gdLst/>
              <a:ahLst/>
              <a:cxnLst/>
              <a:rect l="l" t="t" r="r" b="b"/>
              <a:pathLst>
                <a:path w="3657600" h="2305050">
                  <a:moveTo>
                    <a:pt x="3543299" y="2305049"/>
                  </a:moveTo>
                  <a:lnTo>
                    <a:pt x="114299" y="2305049"/>
                  </a:lnTo>
                  <a:lnTo>
                    <a:pt x="103040" y="2304506"/>
                  </a:lnTo>
                  <a:lnTo>
                    <a:pt x="60365" y="2291537"/>
                  </a:lnTo>
                  <a:lnTo>
                    <a:pt x="25900" y="2263225"/>
                  </a:lnTo>
                  <a:lnTo>
                    <a:pt x="4894" y="2223879"/>
                  </a:lnTo>
                  <a:lnTo>
                    <a:pt x="0" y="219074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543299" y="0"/>
                  </a:lnTo>
                  <a:lnTo>
                    <a:pt x="3554559" y="543"/>
                  </a:lnTo>
                  <a:lnTo>
                    <a:pt x="3565602" y="2175"/>
                  </a:lnTo>
                  <a:lnTo>
                    <a:pt x="3576429" y="4894"/>
                  </a:lnTo>
                  <a:lnTo>
                    <a:pt x="3587040" y="8700"/>
                  </a:lnTo>
                  <a:lnTo>
                    <a:pt x="3588786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2197629"/>
                  </a:lnTo>
                  <a:lnTo>
                    <a:pt x="20133" y="2237200"/>
                  </a:lnTo>
                  <a:lnTo>
                    <a:pt x="45077" y="2269701"/>
                  </a:lnTo>
                  <a:lnTo>
                    <a:pt x="80560" y="2290181"/>
                  </a:lnTo>
                  <a:lnTo>
                    <a:pt x="107420" y="2295524"/>
                  </a:lnTo>
                  <a:lnTo>
                    <a:pt x="3588786" y="2295524"/>
                  </a:lnTo>
                  <a:lnTo>
                    <a:pt x="3587040" y="2296349"/>
                  </a:lnTo>
                  <a:lnTo>
                    <a:pt x="3576429" y="2300155"/>
                  </a:lnTo>
                  <a:lnTo>
                    <a:pt x="3565602" y="2302874"/>
                  </a:lnTo>
                  <a:lnTo>
                    <a:pt x="3554559" y="2304506"/>
                  </a:lnTo>
                  <a:lnTo>
                    <a:pt x="3543299" y="2305049"/>
                  </a:lnTo>
                  <a:close/>
                </a:path>
                <a:path w="3657600" h="2305050">
                  <a:moveTo>
                    <a:pt x="3588786" y="2295524"/>
                  </a:moveTo>
                  <a:lnTo>
                    <a:pt x="3550179" y="2295524"/>
                  </a:lnTo>
                  <a:lnTo>
                    <a:pt x="3556993" y="2294853"/>
                  </a:lnTo>
                  <a:lnTo>
                    <a:pt x="3570487" y="2292169"/>
                  </a:lnTo>
                  <a:lnTo>
                    <a:pt x="3607229" y="2274044"/>
                  </a:lnTo>
                  <a:lnTo>
                    <a:pt x="3634238" y="2243239"/>
                  </a:lnTo>
                  <a:lnTo>
                    <a:pt x="3647403" y="2204442"/>
                  </a:lnTo>
                  <a:lnTo>
                    <a:pt x="3648074" y="2197629"/>
                  </a:lnTo>
                  <a:lnTo>
                    <a:pt x="3648074" y="107420"/>
                  </a:lnTo>
                  <a:lnTo>
                    <a:pt x="3637466" y="67848"/>
                  </a:lnTo>
                  <a:lnTo>
                    <a:pt x="3612522" y="35348"/>
                  </a:lnTo>
                  <a:lnTo>
                    <a:pt x="3577039" y="14867"/>
                  </a:lnTo>
                  <a:lnTo>
                    <a:pt x="3550179" y="9524"/>
                  </a:lnTo>
                  <a:lnTo>
                    <a:pt x="3588786" y="9524"/>
                  </a:lnTo>
                  <a:lnTo>
                    <a:pt x="3624121" y="33477"/>
                  </a:lnTo>
                  <a:lnTo>
                    <a:pt x="3648898" y="70559"/>
                  </a:lnTo>
                  <a:lnTo>
                    <a:pt x="3657599" y="114299"/>
                  </a:lnTo>
                  <a:lnTo>
                    <a:pt x="3657599" y="2190749"/>
                  </a:lnTo>
                  <a:lnTo>
                    <a:pt x="3657055" y="2202009"/>
                  </a:lnTo>
                  <a:lnTo>
                    <a:pt x="3644087" y="2244684"/>
                  </a:lnTo>
                  <a:lnTo>
                    <a:pt x="3615775" y="2279149"/>
                  </a:lnTo>
                  <a:lnTo>
                    <a:pt x="3597234" y="2291537"/>
                  </a:lnTo>
                  <a:lnTo>
                    <a:pt x="3588786" y="2295524"/>
                  </a:lnTo>
                  <a:close/>
                </a:path>
              </a:pathLst>
            </a:custGeom>
            <a:solidFill>
              <a:srgbClr val="4A5462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391524" y="1069680"/>
              <a:ext cx="3333750" cy="342900"/>
            </a:xfrm>
            <a:custGeom>
              <a:avLst/>
              <a:gdLst/>
              <a:ahLst/>
              <a:cxnLst/>
              <a:rect l="l" t="t" r="r" b="b"/>
              <a:pathLst>
                <a:path w="3333750" h="342900">
                  <a:moveTo>
                    <a:pt x="3262552" y="342899"/>
                  </a:moveTo>
                  <a:lnTo>
                    <a:pt x="71196" y="342899"/>
                  </a:lnTo>
                  <a:lnTo>
                    <a:pt x="66241" y="342411"/>
                  </a:lnTo>
                  <a:lnTo>
                    <a:pt x="29705" y="327278"/>
                  </a:lnTo>
                  <a:lnTo>
                    <a:pt x="3885" y="291237"/>
                  </a:lnTo>
                  <a:lnTo>
                    <a:pt x="0" y="271703"/>
                  </a:lnTo>
                  <a:lnTo>
                    <a:pt x="0" y="2666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3262552" y="0"/>
                  </a:lnTo>
                  <a:lnTo>
                    <a:pt x="3304043" y="15621"/>
                  </a:lnTo>
                  <a:lnTo>
                    <a:pt x="3329863" y="51661"/>
                  </a:lnTo>
                  <a:lnTo>
                    <a:pt x="3333749" y="71196"/>
                  </a:lnTo>
                  <a:lnTo>
                    <a:pt x="3333749" y="271703"/>
                  </a:lnTo>
                  <a:lnTo>
                    <a:pt x="3318127" y="313194"/>
                  </a:lnTo>
                  <a:lnTo>
                    <a:pt x="3282087" y="339014"/>
                  </a:lnTo>
                  <a:lnTo>
                    <a:pt x="3267508" y="342411"/>
                  </a:lnTo>
                  <a:lnTo>
                    <a:pt x="3262552" y="342899"/>
                  </a:lnTo>
                  <a:close/>
                </a:path>
              </a:pathLst>
            </a:custGeom>
            <a:solidFill>
              <a:srgbClr val="0FB981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3" name="object 23"/>
            <p:cNvSpPr/>
            <p:nvPr/>
          </p:nvSpPr>
          <p:spPr>
            <a:xfrm>
              <a:off x="8391524" y="1502426"/>
              <a:ext cx="3333750" cy="342900"/>
            </a:xfrm>
            <a:custGeom>
              <a:avLst/>
              <a:gdLst/>
              <a:ahLst/>
              <a:cxnLst/>
              <a:rect l="l" t="t" r="r" b="b"/>
              <a:pathLst>
                <a:path w="3333750" h="342900">
                  <a:moveTo>
                    <a:pt x="3262552" y="342899"/>
                  </a:moveTo>
                  <a:lnTo>
                    <a:pt x="71196" y="342899"/>
                  </a:lnTo>
                  <a:lnTo>
                    <a:pt x="66241" y="342411"/>
                  </a:lnTo>
                  <a:lnTo>
                    <a:pt x="29705" y="327278"/>
                  </a:lnTo>
                  <a:lnTo>
                    <a:pt x="3885" y="291237"/>
                  </a:lnTo>
                  <a:lnTo>
                    <a:pt x="0" y="271703"/>
                  </a:lnTo>
                  <a:lnTo>
                    <a:pt x="0" y="2666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3262552" y="0"/>
                  </a:lnTo>
                  <a:lnTo>
                    <a:pt x="3304043" y="15621"/>
                  </a:lnTo>
                  <a:lnTo>
                    <a:pt x="3329863" y="51661"/>
                  </a:lnTo>
                  <a:lnTo>
                    <a:pt x="3333749" y="71196"/>
                  </a:lnTo>
                  <a:lnTo>
                    <a:pt x="3333749" y="271703"/>
                  </a:lnTo>
                  <a:lnTo>
                    <a:pt x="3318127" y="313194"/>
                  </a:lnTo>
                  <a:lnTo>
                    <a:pt x="3282087" y="339013"/>
                  </a:lnTo>
                  <a:lnTo>
                    <a:pt x="3267508" y="342411"/>
                  </a:lnTo>
                  <a:lnTo>
                    <a:pt x="3262552" y="342899"/>
                  </a:lnTo>
                  <a:close/>
                </a:path>
              </a:pathLst>
            </a:custGeom>
            <a:solidFill>
              <a:srgbClr val="3B81F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410573" y="1908145"/>
              <a:ext cx="3333750" cy="342900"/>
            </a:xfrm>
            <a:custGeom>
              <a:avLst/>
              <a:gdLst/>
              <a:ahLst/>
              <a:cxnLst/>
              <a:rect l="l" t="t" r="r" b="b"/>
              <a:pathLst>
                <a:path w="3333750" h="342900">
                  <a:moveTo>
                    <a:pt x="3262552" y="342899"/>
                  </a:moveTo>
                  <a:lnTo>
                    <a:pt x="71196" y="342899"/>
                  </a:lnTo>
                  <a:lnTo>
                    <a:pt x="66241" y="342411"/>
                  </a:lnTo>
                  <a:lnTo>
                    <a:pt x="29705" y="327278"/>
                  </a:lnTo>
                  <a:lnTo>
                    <a:pt x="3885" y="291237"/>
                  </a:lnTo>
                  <a:lnTo>
                    <a:pt x="0" y="271703"/>
                  </a:lnTo>
                  <a:lnTo>
                    <a:pt x="0" y="2666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3262552" y="0"/>
                  </a:lnTo>
                  <a:lnTo>
                    <a:pt x="3304043" y="15621"/>
                  </a:lnTo>
                  <a:lnTo>
                    <a:pt x="3329863" y="51661"/>
                  </a:lnTo>
                  <a:lnTo>
                    <a:pt x="3333749" y="71196"/>
                  </a:lnTo>
                  <a:lnTo>
                    <a:pt x="3333749" y="271703"/>
                  </a:lnTo>
                  <a:lnTo>
                    <a:pt x="3318127" y="313194"/>
                  </a:lnTo>
                  <a:lnTo>
                    <a:pt x="3282087" y="339014"/>
                  </a:lnTo>
                  <a:lnTo>
                    <a:pt x="3267508" y="342411"/>
                  </a:lnTo>
                  <a:lnTo>
                    <a:pt x="3262552" y="342899"/>
                  </a:lnTo>
                  <a:close/>
                </a:path>
              </a:pathLst>
            </a:custGeom>
            <a:solidFill>
              <a:srgbClr val="F59D0A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391524" y="2288239"/>
              <a:ext cx="3333750" cy="342900"/>
            </a:xfrm>
            <a:custGeom>
              <a:avLst/>
              <a:gdLst/>
              <a:ahLst/>
              <a:cxnLst/>
              <a:rect l="l" t="t" r="r" b="b"/>
              <a:pathLst>
                <a:path w="3333750" h="342900">
                  <a:moveTo>
                    <a:pt x="3262552" y="342899"/>
                  </a:moveTo>
                  <a:lnTo>
                    <a:pt x="71196" y="342899"/>
                  </a:lnTo>
                  <a:lnTo>
                    <a:pt x="66241" y="342411"/>
                  </a:lnTo>
                  <a:lnTo>
                    <a:pt x="29705" y="327277"/>
                  </a:lnTo>
                  <a:lnTo>
                    <a:pt x="3885" y="291237"/>
                  </a:lnTo>
                  <a:lnTo>
                    <a:pt x="0" y="271703"/>
                  </a:lnTo>
                  <a:lnTo>
                    <a:pt x="0" y="2666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3262552" y="0"/>
                  </a:lnTo>
                  <a:lnTo>
                    <a:pt x="3304043" y="15621"/>
                  </a:lnTo>
                  <a:lnTo>
                    <a:pt x="3329863" y="51661"/>
                  </a:lnTo>
                  <a:lnTo>
                    <a:pt x="3333749" y="71196"/>
                  </a:lnTo>
                  <a:lnTo>
                    <a:pt x="3333749" y="271703"/>
                  </a:lnTo>
                  <a:lnTo>
                    <a:pt x="3318127" y="313194"/>
                  </a:lnTo>
                  <a:lnTo>
                    <a:pt x="3282087" y="339014"/>
                  </a:lnTo>
                  <a:lnTo>
                    <a:pt x="3267508" y="342411"/>
                  </a:lnTo>
                  <a:lnTo>
                    <a:pt x="3262552" y="342899"/>
                  </a:lnTo>
                  <a:close/>
                </a:path>
              </a:pathLst>
            </a:custGeom>
            <a:solidFill>
              <a:srgbClr val="EF4444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857444" y="644493"/>
            <a:ext cx="872490" cy="250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spc="-310" dirty="0" err="1">
                <a:solidFill>
                  <a:srgbClr val="FFFFFF"/>
                </a:solidFill>
                <a:latin typeface="돋움" panose="020B0600000101010101" pitchFamily="50" charset="-127"/>
                <a:ea typeface="돋움" panose="020B0600000101010101" pitchFamily="50" charset="-127"/>
                <a:cs typeface="Dotum"/>
              </a:rPr>
              <a:t>댓글</a:t>
            </a:r>
            <a:r>
              <a:rPr sz="1550" spc="-180" dirty="0">
                <a:solidFill>
                  <a:srgbClr val="FFFFFF"/>
                </a:solidFill>
                <a:latin typeface="돋움" panose="020B0600000101010101" pitchFamily="50" charset="-127"/>
                <a:ea typeface="돋움" panose="020B0600000101010101" pitchFamily="50" charset="-127"/>
                <a:cs typeface="Dotum"/>
              </a:rPr>
              <a:t> </a:t>
            </a:r>
            <a:r>
              <a:rPr lang="en-US" sz="1450" b="1" spc="-80" dirty="0">
                <a:solidFill>
                  <a:srgbClr val="FFFFFF"/>
                </a:solidFill>
                <a:latin typeface="돋움" panose="020B0600000101010101" pitchFamily="50" charset="-127"/>
                <a:ea typeface="돋움" panose="020B0600000101010101" pitchFamily="50" charset="-127"/>
                <a:cs typeface="Arial"/>
              </a:rPr>
              <a:t> </a:t>
            </a:r>
            <a:r>
              <a:rPr lang="ko-KR" altLang="en-US" sz="1450" spc="-80" dirty="0">
                <a:solidFill>
                  <a:srgbClr val="FFFFFF"/>
                </a:solidFill>
                <a:latin typeface="돋움" panose="020B0600000101010101" pitchFamily="50" charset="-127"/>
                <a:ea typeface="돋움" panose="020B0600000101010101" pitchFamily="50" charset="-127"/>
                <a:cs typeface="Arial"/>
              </a:rPr>
              <a:t>기능</a:t>
            </a:r>
            <a:endParaRPr sz="1450" dirty="0">
              <a:latin typeface="돋움" panose="020B0600000101010101" pitchFamily="50" charset="-127"/>
              <a:ea typeface="돋움" panose="020B0600000101010101" pitchFamily="50" charset="-127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81000" y="692845"/>
            <a:ext cx="8342117" cy="4183955"/>
            <a:chOff x="381000" y="692845"/>
            <a:chExt cx="8342117" cy="4183955"/>
          </a:xfrm>
        </p:grpSpPr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 flipH="1">
              <a:off x="8573121" y="1170641"/>
              <a:ext cx="115208" cy="199393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28098" y="1614345"/>
              <a:ext cx="150461" cy="116681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43573" y="2000223"/>
              <a:ext cx="133402" cy="13340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520286" y="2394289"/>
              <a:ext cx="114299" cy="13062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534570" y="692845"/>
              <a:ext cx="188547" cy="188547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381000" y="3810000"/>
              <a:ext cx="3657600" cy="1066800"/>
            </a:xfrm>
            <a:custGeom>
              <a:avLst/>
              <a:gdLst/>
              <a:ahLst/>
              <a:cxnLst/>
              <a:rect l="l" t="t" r="r" b="b"/>
              <a:pathLst>
                <a:path w="3657600" h="1066800">
                  <a:moveTo>
                    <a:pt x="3543299" y="1066799"/>
                  </a:moveTo>
                  <a:lnTo>
                    <a:pt x="114299" y="1066799"/>
                  </a:lnTo>
                  <a:lnTo>
                    <a:pt x="103040" y="1066256"/>
                  </a:lnTo>
                  <a:lnTo>
                    <a:pt x="60364" y="1053287"/>
                  </a:lnTo>
                  <a:lnTo>
                    <a:pt x="25900" y="1024975"/>
                  </a:lnTo>
                  <a:lnTo>
                    <a:pt x="4894" y="985629"/>
                  </a:lnTo>
                  <a:lnTo>
                    <a:pt x="0" y="9524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543299" y="0"/>
                  </a:lnTo>
                  <a:lnTo>
                    <a:pt x="3554559" y="543"/>
                  </a:lnTo>
                  <a:lnTo>
                    <a:pt x="3565602" y="2175"/>
                  </a:lnTo>
                  <a:lnTo>
                    <a:pt x="3576429" y="4894"/>
                  </a:lnTo>
                  <a:lnTo>
                    <a:pt x="3587040" y="8700"/>
                  </a:lnTo>
                  <a:lnTo>
                    <a:pt x="3588786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959379"/>
                  </a:lnTo>
                  <a:lnTo>
                    <a:pt x="20133" y="998951"/>
                  </a:lnTo>
                  <a:lnTo>
                    <a:pt x="45077" y="1031451"/>
                  </a:lnTo>
                  <a:lnTo>
                    <a:pt x="80560" y="1051932"/>
                  </a:lnTo>
                  <a:lnTo>
                    <a:pt x="107420" y="1057274"/>
                  </a:lnTo>
                  <a:lnTo>
                    <a:pt x="3588786" y="1057274"/>
                  </a:lnTo>
                  <a:lnTo>
                    <a:pt x="3587040" y="1058099"/>
                  </a:lnTo>
                  <a:lnTo>
                    <a:pt x="3576429" y="1061905"/>
                  </a:lnTo>
                  <a:lnTo>
                    <a:pt x="3565602" y="1064624"/>
                  </a:lnTo>
                  <a:lnTo>
                    <a:pt x="3554559" y="1066256"/>
                  </a:lnTo>
                  <a:lnTo>
                    <a:pt x="3543299" y="1066799"/>
                  </a:lnTo>
                  <a:close/>
                </a:path>
                <a:path w="3657600" h="1066800">
                  <a:moveTo>
                    <a:pt x="3588786" y="1057274"/>
                  </a:moveTo>
                  <a:lnTo>
                    <a:pt x="3550179" y="1057274"/>
                  </a:lnTo>
                  <a:lnTo>
                    <a:pt x="3556992" y="1056603"/>
                  </a:lnTo>
                  <a:lnTo>
                    <a:pt x="3570487" y="1053919"/>
                  </a:lnTo>
                  <a:lnTo>
                    <a:pt x="3607229" y="1035794"/>
                  </a:lnTo>
                  <a:lnTo>
                    <a:pt x="3634238" y="1004989"/>
                  </a:lnTo>
                  <a:lnTo>
                    <a:pt x="3647403" y="966193"/>
                  </a:lnTo>
                  <a:lnTo>
                    <a:pt x="3648074" y="959379"/>
                  </a:lnTo>
                  <a:lnTo>
                    <a:pt x="3648074" y="107420"/>
                  </a:lnTo>
                  <a:lnTo>
                    <a:pt x="3637466" y="67848"/>
                  </a:lnTo>
                  <a:lnTo>
                    <a:pt x="3612522" y="35348"/>
                  </a:lnTo>
                  <a:lnTo>
                    <a:pt x="3577039" y="14867"/>
                  </a:lnTo>
                  <a:lnTo>
                    <a:pt x="3550179" y="9524"/>
                  </a:lnTo>
                  <a:lnTo>
                    <a:pt x="3588786" y="9524"/>
                  </a:lnTo>
                  <a:lnTo>
                    <a:pt x="3624121" y="33477"/>
                  </a:lnTo>
                  <a:lnTo>
                    <a:pt x="3648898" y="70559"/>
                  </a:lnTo>
                  <a:lnTo>
                    <a:pt x="3657599" y="114299"/>
                  </a:lnTo>
                  <a:lnTo>
                    <a:pt x="3657599" y="952499"/>
                  </a:lnTo>
                  <a:lnTo>
                    <a:pt x="3657055" y="963759"/>
                  </a:lnTo>
                  <a:lnTo>
                    <a:pt x="3644087" y="1006435"/>
                  </a:lnTo>
                  <a:lnTo>
                    <a:pt x="3615775" y="1040899"/>
                  </a:lnTo>
                  <a:lnTo>
                    <a:pt x="3597234" y="1053287"/>
                  </a:lnTo>
                  <a:lnTo>
                    <a:pt x="3588786" y="1057274"/>
                  </a:lnTo>
                  <a:close/>
                </a:path>
              </a:pathLst>
            </a:custGeom>
            <a:solidFill>
              <a:srgbClr val="4A5462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42925" y="4352925"/>
              <a:ext cx="3333750" cy="361950"/>
            </a:xfrm>
            <a:custGeom>
              <a:avLst/>
              <a:gdLst/>
              <a:ahLst/>
              <a:cxnLst/>
              <a:rect l="l" t="t" r="r" b="b"/>
              <a:pathLst>
                <a:path w="3333750" h="361950">
                  <a:moveTo>
                    <a:pt x="3257549" y="361949"/>
                  </a:moveTo>
                  <a:lnTo>
                    <a:pt x="76199" y="361949"/>
                  </a:lnTo>
                  <a:lnTo>
                    <a:pt x="68693" y="361587"/>
                  </a:lnTo>
                  <a:lnTo>
                    <a:pt x="27882" y="344682"/>
                  </a:lnTo>
                  <a:lnTo>
                    <a:pt x="3262" y="307836"/>
                  </a:lnTo>
                  <a:lnTo>
                    <a:pt x="0" y="285749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3257549" y="0"/>
                  </a:lnTo>
                  <a:lnTo>
                    <a:pt x="3294370" y="9524"/>
                  </a:lnTo>
                  <a:lnTo>
                    <a:pt x="71822" y="9524"/>
                  </a:lnTo>
                  <a:lnTo>
                    <a:pt x="67486" y="9952"/>
                  </a:lnTo>
                  <a:lnTo>
                    <a:pt x="32149" y="25957"/>
                  </a:lnTo>
                  <a:lnTo>
                    <a:pt x="11660" y="58898"/>
                  </a:lnTo>
                  <a:lnTo>
                    <a:pt x="9524" y="71821"/>
                  </a:lnTo>
                  <a:lnTo>
                    <a:pt x="9524" y="290127"/>
                  </a:lnTo>
                  <a:lnTo>
                    <a:pt x="9833" y="293256"/>
                  </a:lnTo>
                  <a:lnTo>
                    <a:pt x="9952" y="294463"/>
                  </a:lnTo>
                  <a:lnTo>
                    <a:pt x="25957" y="329800"/>
                  </a:lnTo>
                  <a:lnTo>
                    <a:pt x="58898" y="350289"/>
                  </a:lnTo>
                  <a:lnTo>
                    <a:pt x="71822" y="352424"/>
                  </a:lnTo>
                  <a:lnTo>
                    <a:pt x="3294370" y="352424"/>
                  </a:lnTo>
                  <a:lnTo>
                    <a:pt x="3293506" y="352941"/>
                  </a:lnTo>
                  <a:lnTo>
                    <a:pt x="3286710" y="356149"/>
                  </a:lnTo>
                  <a:lnTo>
                    <a:pt x="3279636" y="358687"/>
                  </a:lnTo>
                  <a:lnTo>
                    <a:pt x="3272418" y="360499"/>
                  </a:lnTo>
                  <a:lnTo>
                    <a:pt x="3265056" y="361587"/>
                  </a:lnTo>
                  <a:lnTo>
                    <a:pt x="3257549" y="361949"/>
                  </a:lnTo>
                  <a:close/>
                </a:path>
                <a:path w="3333750" h="361950">
                  <a:moveTo>
                    <a:pt x="3294370" y="352424"/>
                  </a:moveTo>
                  <a:lnTo>
                    <a:pt x="3261927" y="352424"/>
                  </a:lnTo>
                  <a:lnTo>
                    <a:pt x="3266263" y="351997"/>
                  </a:lnTo>
                  <a:lnTo>
                    <a:pt x="3274850" y="350289"/>
                  </a:lnTo>
                  <a:lnTo>
                    <a:pt x="3307791" y="329800"/>
                  </a:lnTo>
                  <a:lnTo>
                    <a:pt x="3323797" y="294463"/>
                  </a:lnTo>
                  <a:lnTo>
                    <a:pt x="3324224" y="290127"/>
                  </a:lnTo>
                  <a:lnTo>
                    <a:pt x="3324224" y="71821"/>
                  </a:lnTo>
                  <a:lnTo>
                    <a:pt x="3323916" y="68693"/>
                  </a:lnTo>
                  <a:lnTo>
                    <a:pt x="3323797" y="67486"/>
                  </a:lnTo>
                  <a:lnTo>
                    <a:pt x="3307791" y="32149"/>
                  </a:lnTo>
                  <a:lnTo>
                    <a:pt x="3274850" y="11660"/>
                  </a:lnTo>
                  <a:lnTo>
                    <a:pt x="3261927" y="9524"/>
                  </a:lnTo>
                  <a:lnTo>
                    <a:pt x="3294370" y="9524"/>
                  </a:lnTo>
                  <a:lnTo>
                    <a:pt x="3324741" y="40243"/>
                  </a:lnTo>
                  <a:lnTo>
                    <a:pt x="3333749" y="285749"/>
                  </a:lnTo>
                  <a:lnTo>
                    <a:pt x="3333387" y="293256"/>
                  </a:lnTo>
                  <a:lnTo>
                    <a:pt x="3316482" y="334067"/>
                  </a:lnTo>
                  <a:lnTo>
                    <a:pt x="3300019" y="349024"/>
                  </a:lnTo>
                  <a:lnTo>
                    <a:pt x="3294370" y="352424"/>
                  </a:lnTo>
                  <a:close/>
                </a:path>
              </a:pathLst>
            </a:custGeom>
            <a:solidFill>
              <a:srgbClr val="EF4444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8788058" y="1138889"/>
            <a:ext cx="553720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-190" dirty="0">
                <a:solidFill>
                  <a:srgbClr val="FFFFFF"/>
                </a:solidFill>
                <a:latin typeface="Dotum"/>
                <a:cs typeface="Dotum"/>
              </a:rPr>
              <a:t>댓글</a:t>
            </a:r>
            <a:r>
              <a:rPr sz="1150" spc="-80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sz="1150" spc="-165" dirty="0">
                <a:solidFill>
                  <a:srgbClr val="FFFFFF"/>
                </a:solidFill>
                <a:latin typeface="Dotum"/>
                <a:cs typeface="Dotum"/>
              </a:rPr>
              <a:t>입력</a:t>
            </a:r>
            <a:endParaRPr sz="1150" dirty="0">
              <a:latin typeface="Dotum"/>
              <a:cs typeface="Dotum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761738" y="1545038"/>
            <a:ext cx="553720" cy="19428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-190" dirty="0" err="1">
                <a:solidFill>
                  <a:srgbClr val="FFFFFF"/>
                </a:solidFill>
                <a:latin typeface="Dotum"/>
                <a:cs typeface="Dotum"/>
              </a:rPr>
              <a:t>댓글</a:t>
            </a:r>
            <a:r>
              <a:rPr sz="1150" spc="-80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lang="ko-KR" altLang="en-US" sz="1150" spc="-165" dirty="0">
                <a:solidFill>
                  <a:srgbClr val="FFFFFF"/>
                </a:solidFill>
                <a:latin typeface="Dotum"/>
                <a:cs typeface="Dotum"/>
              </a:rPr>
              <a:t>보기</a:t>
            </a:r>
            <a:endParaRPr sz="1150" dirty="0">
              <a:latin typeface="Dotum"/>
              <a:cs typeface="Dotum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748056" y="1951637"/>
            <a:ext cx="553720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-190" dirty="0">
                <a:solidFill>
                  <a:srgbClr val="FFFFFF"/>
                </a:solidFill>
                <a:latin typeface="Dotum"/>
                <a:cs typeface="Dotum"/>
              </a:rPr>
              <a:t>댓글</a:t>
            </a:r>
            <a:r>
              <a:rPr sz="1150" spc="-80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sz="1150" spc="-165" dirty="0">
                <a:solidFill>
                  <a:srgbClr val="FFFFFF"/>
                </a:solidFill>
                <a:latin typeface="Dotum"/>
                <a:cs typeface="Dotum"/>
              </a:rPr>
              <a:t>수정</a:t>
            </a:r>
            <a:endParaRPr sz="1150" dirty="0">
              <a:latin typeface="Dotum"/>
              <a:cs typeface="Dotum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788058" y="2333170"/>
            <a:ext cx="553720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-190" dirty="0">
                <a:solidFill>
                  <a:srgbClr val="FFFFFF"/>
                </a:solidFill>
                <a:latin typeface="Dotum"/>
                <a:cs typeface="Dotum"/>
              </a:rPr>
              <a:t>댓글</a:t>
            </a:r>
            <a:r>
              <a:rPr sz="1150" spc="-80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sz="1150" spc="-165" dirty="0">
                <a:solidFill>
                  <a:srgbClr val="FFFFFF"/>
                </a:solidFill>
                <a:latin typeface="Dotum"/>
                <a:cs typeface="Dotum"/>
              </a:rPr>
              <a:t>삭제</a:t>
            </a:r>
            <a:endParaRPr sz="1150" dirty="0">
              <a:latin typeface="Dotum"/>
              <a:cs typeface="Dotum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4267199" y="1352549"/>
            <a:ext cx="3657600" cy="4572000"/>
            <a:chOff x="4267199" y="1352549"/>
            <a:chExt cx="3657600" cy="4572000"/>
          </a:xfrm>
        </p:grpSpPr>
        <p:sp>
          <p:nvSpPr>
            <p:cNvPr id="46" name="object 46"/>
            <p:cNvSpPr/>
            <p:nvPr/>
          </p:nvSpPr>
          <p:spPr>
            <a:xfrm>
              <a:off x="4267199" y="1352549"/>
              <a:ext cx="3657600" cy="4572000"/>
            </a:xfrm>
            <a:custGeom>
              <a:avLst/>
              <a:gdLst/>
              <a:ahLst/>
              <a:cxnLst/>
              <a:rect l="l" t="t" r="r" b="b"/>
              <a:pathLst>
                <a:path w="3657600" h="4572000">
                  <a:moveTo>
                    <a:pt x="3543299" y="4571999"/>
                  </a:moveTo>
                  <a:lnTo>
                    <a:pt x="114299" y="4571999"/>
                  </a:lnTo>
                  <a:lnTo>
                    <a:pt x="103040" y="4571455"/>
                  </a:lnTo>
                  <a:lnTo>
                    <a:pt x="60364" y="4558487"/>
                  </a:lnTo>
                  <a:lnTo>
                    <a:pt x="25900" y="4530175"/>
                  </a:lnTo>
                  <a:lnTo>
                    <a:pt x="4894" y="4490829"/>
                  </a:lnTo>
                  <a:lnTo>
                    <a:pt x="0" y="44576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543299" y="0"/>
                  </a:lnTo>
                  <a:lnTo>
                    <a:pt x="3554559" y="543"/>
                  </a:lnTo>
                  <a:lnTo>
                    <a:pt x="3565602" y="2175"/>
                  </a:lnTo>
                  <a:lnTo>
                    <a:pt x="3576429" y="4894"/>
                  </a:lnTo>
                  <a:lnTo>
                    <a:pt x="3587040" y="8700"/>
                  </a:lnTo>
                  <a:lnTo>
                    <a:pt x="3588786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4464579"/>
                  </a:lnTo>
                  <a:lnTo>
                    <a:pt x="20133" y="4504150"/>
                  </a:lnTo>
                  <a:lnTo>
                    <a:pt x="45077" y="4536650"/>
                  </a:lnTo>
                  <a:lnTo>
                    <a:pt x="80560" y="4557131"/>
                  </a:lnTo>
                  <a:lnTo>
                    <a:pt x="107420" y="4562474"/>
                  </a:lnTo>
                  <a:lnTo>
                    <a:pt x="3588785" y="4562474"/>
                  </a:lnTo>
                  <a:lnTo>
                    <a:pt x="3587038" y="4563299"/>
                  </a:lnTo>
                  <a:lnTo>
                    <a:pt x="3576428" y="4567105"/>
                  </a:lnTo>
                  <a:lnTo>
                    <a:pt x="3565602" y="4569824"/>
                  </a:lnTo>
                  <a:lnTo>
                    <a:pt x="3554559" y="4571455"/>
                  </a:lnTo>
                  <a:lnTo>
                    <a:pt x="3543299" y="4571999"/>
                  </a:lnTo>
                  <a:close/>
                </a:path>
                <a:path w="3657600" h="4572000">
                  <a:moveTo>
                    <a:pt x="3588785" y="4562474"/>
                  </a:moveTo>
                  <a:lnTo>
                    <a:pt x="3550179" y="4562474"/>
                  </a:lnTo>
                  <a:lnTo>
                    <a:pt x="3556992" y="4561803"/>
                  </a:lnTo>
                  <a:lnTo>
                    <a:pt x="3570487" y="4559118"/>
                  </a:lnTo>
                  <a:lnTo>
                    <a:pt x="3607229" y="4540993"/>
                  </a:lnTo>
                  <a:lnTo>
                    <a:pt x="3634238" y="4510188"/>
                  </a:lnTo>
                  <a:lnTo>
                    <a:pt x="3647403" y="4471392"/>
                  </a:lnTo>
                  <a:lnTo>
                    <a:pt x="3648074" y="4464579"/>
                  </a:lnTo>
                  <a:lnTo>
                    <a:pt x="3648074" y="107420"/>
                  </a:lnTo>
                  <a:lnTo>
                    <a:pt x="3637466" y="67848"/>
                  </a:lnTo>
                  <a:lnTo>
                    <a:pt x="3612522" y="35348"/>
                  </a:lnTo>
                  <a:lnTo>
                    <a:pt x="3577039" y="14867"/>
                  </a:lnTo>
                  <a:lnTo>
                    <a:pt x="3550179" y="9524"/>
                  </a:lnTo>
                  <a:lnTo>
                    <a:pt x="3588786" y="9524"/>
                  </a:lnTo>
                  <a:lnTo>
                    <a:pt x="3624121" y="33477"/>
                  </a:lnTo>
                  <a:lnTo>
                    <a:pt x="3648898" y="70559"/>
                  </a:lnTo>
                  <a:lnTo>
                    <a:pt x="3657599" y="114299"/>
                  </a:lnTo>
                  <a:lnTo>
                    <a:pt x="3657599" y="4457699"/>
                  </a:lnTo>
                  <a:lnTo>
                    <a:pt x="3657055" y="4468959"/>
                  </a:lnTo>
                  <a:lnTo>
                    <a:pt x="3644087" y="4511634"/>
                  </a:lnTo>
                  <a:lnTo>
                    <a:pt x="3615775" y="4546098"/>
                  </a:lnTo>
                  <a:lnTo>
                    <a:pt x="3597234" y="4558487"/>
                  </a:lnTo>
                  <a:lnTo>
                    <a:pt x="3588785" y="4562474"/>
                  </a:lnTo>
                  <a:close/>
                </a:path>
              </a:pathLst>
            </a:custGeom>
            <a:solidFill>
              <a:srgbClr val="4A5462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429124" y="1857374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33337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3333749" y="0"/>
                  </a:lnTo>
                  <a:lnTo>
                    <a:pt x="3333749" y="9524"/>
                  </a:lnTo>
                  <a:close/>
                </a:path>
              </a:pathLst>
            </a:custGeom>
            <a:solidFill>
              <a:srgbClr val="4A54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429124" y="2019299"/>
              <a:ext cx="3333750" cy="2066925"/>
            </a:xfrm>
            <a:custGeom>
              <a:avLst/>
              <a:gdLst/>
              <a:ahLst/>
              <a:cxnLst/>
              <a:rect l="l" t="t" r="r" b="b"/>
              <a:pathLst>
                <a:path w="3333750" h="2066925">
                  <a:moveTo>
                    <a:pt x="3257549" y="2066924"/>
                  </a:moveTo>
                  <a:lnTo>
                    <a:pt x="76199" y="2066924"/>
                  </a:lnTo>
                  <a:lnTo>
                    <a:pt x="68693" y="2066562"/>
                  </a:lnTo>
                  <a:lnTo>
                    <a:pt x="27882" y="2049657"/>
                  </a:lnTo>
                  <a:lnTo>
                    <a:pt x="3262" y="2012811"/>
                  </a:lnTo>
                  <a:lnTo>
                    <a:pt x="0" y="1990724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3257549" y="0"/>
                  </a:lnTo>
                  <a:lnTo>
                    <a:pt x="3294370" y="9524"/>
                  </a:lnTo>
                  <a:lnTo>
                    <a:pt x="71822" y="9524"/>
                  </a:lnTo>
                  <a:lnTo>
                    <a:pt x="67486" y="9951"/>
                  </a:lnTo>
                  <a:lnTo>
                    <a:pt x="32149" y="25957"/>
                  </a:lnTo>
                  <a:lnTo>
                    <a:pt x="11660" y="58898"/>
                  </a:lnTo>
                  <a:lnTo>
                    <a:pt x="9524" y="71822"/>
                  </a:lnTo>
                  <a:lnTo>
                    <a:pt x="9524" y="1995102"/>
                  </a:lnTo>
                  <a:lnTo>
                    <a:pt x="9833" y="1998231"/>
                  </a:lnTo>
                  <a:lnTo>
                    <a:pt x="9952" y="1999438"/>
                  </a:lnTo>
                  <a:lnTo>
                    <a:pt x="25957" y="2034775"/>
                  </a:lnTo>
                  <a:lnTo>
                    <a:pt x="58898" y="2055264"/>
                  </a:lnTo>
                  <a:lnTo>
                    <a:pt x="71822" y="2057399"/>
                  </a:lnTo>
                  <a:lnTo>
                    <a:pt x="3294370" y="2057399"/>
                  </a:lnTo>
                  <a:lnTo>
                    <a:pt x="3293506" y="2057916"/>
                  </a:lnTo>
                  <a:lnTo>
                    <a:pt x="3286710" y="2061124"/>
                  </a:lnTo>
                  <a:lnTo>
                    <a:pt x="3279636" y="2063662"/>
                  </a:lnTo>
                  <a:lnTo>
                    <a:pt x="3272418" y="2065474"/>
                  </a:lnTo>
                  <a:lnTo>
                    <a:pt x="3265056" y="2066562"/>
                  </a:lnTo>
                  <a:lnTo>
                    <a:pt x="3257549" y="2066924"/>
                  </a:lnTo>
                  <a:close/>
                </a:path>
                <a:path w="3333750" h="2066925">
                  <a:moveTo>
                    <a:pt x="3294370" y="2057399"/>
                  </a:moveTo>
                  <a:lnTo>
                    <a:pt x="3261927" y="2057399"/>
                  </a:lnTo>
                  <a:lnTo>
                    <a:pt x="3266263" y="2056972"/>
                  </a:lnTo>
                  <a:lnTo>
                    <a:pt x="3274850" y="2055264"/>
                  </a:lnTo>
                  <a:lnTo>
                    <a:pt x="3307791" y="2034775"/>
                  </a:lnTo>
                  <a:lnTo>
                    <a:pt x="3323797" y="1999438"/>
                  </a:lnTo>
                  <a:lnTo>
                    <a:pt x="3324224" y="1995102"/>
                  </a:lnTo>
                  <a:lnTo>
                    <a:pt x="3324224" y="71822"/>
                  </a:lnTo>
                  <a:lnTo>
                    <a:pt x="3310555" y="35517"/>
                  </a:lnTo>
                  <a:lnTo>
                    <a:pt x="3278707" y="12830"/>
                  </a:lnTo>
                  <a:lnTo>
                    <a:pt x="3261927" y="9524"/>
                  </a:lnTo>
                  <a:lnTo>
                    <a:pt x="3294370" y="9524"/>
                  </a:lnTo>
                  <a:lnTo>
                    <a:pt x="3324741" y="40243"/>
                  </a:lnTo>
                  <a:lnTo>
                    <a:pt x="3333749" y="1990724"/>
                  </a:lnTo>
                  <a:lnTo>
                    <a:pt x="3333387" y="1998231"/>
                  </a:lnTo>
                  <a:lnTo>
                    <a:pt x="3316482" y="2039042"/>
                  </a:lnTo>
                  <a:lnTo>
                    <a:pt x="3300020" y="2053999"/>
                  </a:lnTo>
                  <a:lnTo>
                    <a:pt x="3294370" y="2057399"/>
                  </a:lnTo>
                  <a:close/>
                </a:path>
              </a:pathLst>
            </a:custGeom>
            <a:solidFill>
              <a:srgbClr val="4A5462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552949" y="2714624"/>
              <a:ext cx="3086100" cy="400050"/>
            </a:xfrm>
            <a:custGeom>
              <a:avLst/>
              <a:gdLst/>
              <a:ahLst/>
              <a:cxnLst/>
              <a:rect l="l" t="t" r="r" b="b"/>
              <a:pathLst>
                <a:path w="3086100" h="400050">
                  <a:moveTo>
                    <a:pt x="3047999" y="400049"/>
                  </a:moveTo>
                  <a:lnTo>
                    <a:pt x="38099" y="400049"/>
                  </a:lnTo>
                  <a:lnTo>
                    <a:pt x="30498" y="399352"/>
                  </a:lnTo>
                  <a:lnTo>
                    <a:pt x="697" y="369551"/>
                  </a:lnTo>
                  <a:lnTo>
                    <a:pt x="0" y="361949"/>
                  </a:lnTo>
                  <a:lnTo>
                    <a:pt x="0" y="38099"/>
                  </a:lnTo>
                  <a:lnTo>
                    <a:pt x="682" y="30665"/>
                  </a:lnTo>
                  <a:lnTo>
                    <a:pt x="697" y="30498"/>
                  </a:lnTo>
                  <a:lnTo>
                    <a:pt x="30498" y="697"/>
                  </a:lnTo>
                  <a:lnTo>
                    <a:pt x="38099" y="0"/>
                  </a:lnTo>
                  <a:lnTo>
                    <a:pt x="3047999" y="0"/>
                  </a:lnTo>
                  <a:lnTo>
                    <a:pt x="3055601" y="697"/>
                  </a:lnTo>
                  <a:lnTo>
                    <a:pt x="3062625" y="2789"/>
                  </a:lnTo>
                  <a:lnTo>
                    <a:pt x="3069071" y="6276"/>
                  </a:lnTo>
                  <a:lnTo>
                    <a:pt x="3072976" y="9524"/>
                  </a:lnTo>
                  <a:lnTo>
                    <a:pt x="34310" y="9524"/>
                  </a:lnTo>
                  <a:lnTo>
                    <a:pt x="30665" y="10249"/>
                  </a:lnTo>
                  <a:lnTo>
                    <a:pt x="23663" y="13149"/>
                  </a:lnTo>
                  <a:lnTo>
                    <a:pt x="20573" y="15214"/>
                  </a:lnTo>
                  <a:lnTo>
                    <a:pt x="15214" y="20573"/>
                  </a:lnTo>
                  <a:lnTo>
                    <a:pt x="13276" y="23473"/>
                  </a:lnTo>
                  <a:lnTo>
                    <a:pt x="13150" y="23663"/>
                  </a:lnTo>
                  <a:lnTo>
                    <a:pt x="10319" y="30498"/>
                  </a:lnTo>
                  <a:lnTo>
                    <a:pt x="10250" y="30665"/>
                  </a:lnTo>
                  <a:lnTo>
                    <a:pt x="9524" y="34310"/>
                  </a:lnTo>
                  <a:lnTo>
                    <a:pt x="9524" y="365739"/>
                  </a:lnTo>
                  <a:lnTo>
                    <a:pt x="10250" y="369384"/>
                  </a:lnTo>
                  <a:lnTo>
                    <a:pt x="34310" y="390524"/>
                  </a:lnTo>
                  <a:lnTo>
                    <a:pt x="3072976" y="390524"/>
                  </a:lnTo>
                  <a:lnTo>
                    <a:pt x="3069071" y="393772"/>
                  </a:lnTo>
                  <a:lnTo>
                    <a:pt x="3062625" y="397260"/>
                  </a:lnTo>
                  <a:lnTo>
                    <a:pt x="3055601" y="399352"/>
                  </a:lnTo>
                  <a:lnTo>
                    <a:pt x="3047999" y="400049"/>
                  </a:lnTo>
                  <a:close/>
                </a:path>
                <a:path w="3086100" h="400050">
                  <a:moveTo>
                    <a:pt x="3072976" y="390524"/>
                  </a:moveTo>
                  <a:lnTo>
                    <a:pt x="3051788" y="390524"/>
                  </a:lnTo>
                  <a:lnTo>
                    <a:pt x="3055433" y="389799"/>
                  </a:lnTo>
                  <a:lnTo>
                    <a:pt x="3062435" y="386899"/>
                  </a:lnTo>
                  <a:lnTo>
                    <a:pt x="3065525" y="384834"/>
                  </a:lnTo>
                  <a:lnTo>
                    <a:pt x="3070884" y="379475"/>
                  </a:lnTo>
                  <a:lnTo>
                    <a:pt x="3072822" y="376575"/>
                  </a:lnTo>
                  <a:lnTo>
                    <a:pt x="3072949" y="376385"/>
                  </a:lnTo>
                  <a:lnTo>
                    <a:pt x="3075780" y="369551"/>
                  </a:lnTo>
                  <a:lnTo>
                    <a:pt x="3075849" y="369384"/>
                  </a:lnTo>
                  <a:lnTo>
                    <a:pt x="3076574" y="365739"/>
                  </a:lnTo>
                  <a:lnTo>
                    <a:pt x="3076574" y="34310"/>
                  </a:lnTo>
                  <a:lnTo>
                    <a:pt x="3051788" y="9524"/>
                  </a:lnTo>
                  <a:lnTo>
                    <a:pt x="3072976" y="9524"/>
                  </a:lnTo>
                  <a:lnTo>
                    <a:pt x="3086099" y="361949"/>
                  </a:lnTo>
                  <a:lnTo>
                    <a:pt x="3085417" y="369384"/>
                  </a:lnTo>
                  <a:lnTo>
                    <a:pt x="3085402" y="369551"/>
                  </a:lnTo>
                  <a:lnTo>
                    <a:pt x="3083366" y="376385"/>
                  </a:lnTo>
                  <a:lnTo>
                    <a:pt x="3083309" y="376575"/>
                  </a:lnTo>
                  <a:lnTo>
                    <a:pt x="3079822" y="383022"/>
                  </a:lnTo>
                  <a:lnTo>
                    <a:pt x="3074940" y="388890"/>
                  </a:lnTo>
                  <a:lnTo>
                    <a:pt x="3072976" y="390524"/>
                  </a:lnTo>
                  <a:close/>
                </a:path>
              </a:pathLst>
            </a:custGeom>
            <a:solidFill>
              <a:srgbClr val="4A5462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552949" y="3190874"/>
              <a:ext cx="3086100" cy="323850"/>
            </a:xfrm>
            <a:custGeom>
              <a:avLst/>
              <a:gdLst/>
              <a:ahLst/>
              <a:cxnLst/>
              <a:rect l="l" t="t" r="r" b="b"/>
              <a:pathLst>
                <a:path w="3086100" h="323850">
                  <a:moveTo>
                    <a:pt x="3047999" y="323849"/>
                  </a:moveTo>
                  <a:lnTo>
                    <a:pt x="38099" y="323849"/>
                  </a:lnTo>
                  <a:lnTo>
                    <a:pt x="30498" y="323152"/>
                  </a:lnTo>
                  <a:lnTo>
                    <a:pt x="697" y="293351"/>
                  </a:lnTo>
                  <a:lnTo>
                    <a:pt x="0" y="285749"/>
                  </a:lnTo>
                  <a:lnTo>
                    <a:pt x="0" y="38099"/>
                  </a:lnTo>
                  <a:lnTo>
                    <a:pt x="682" y="30665"/>
                  </a:lnTo>
                  <a:lnTo>
                    <a:pt x="697" y="30498"/>
                  </a:lnTo>
                  <a:lnTo>
                    <a:pt x="2733" y="23663"/>
                  </a:lnTo>
                  <a:lnTo>
                    <a:pt x="2789" y="23474"/>
                  </a:lnTo>
                  <a:lnTo>
                    <a:pt x="6277" y="17027"/>
                  </a:lnTo>
                  <a:lnTo>
                    <a:pt x="38099" y="0"/>
                  </a:lnTo>
                  <a:lnTo>
                    <a:pt x="3047999" y="0"/>
                  </a:lnTo>
                  <a:lnTo>
                    <a:pt x="3055601" y="697"/>
                  </a:lnTo>
                  <a:lnTo>
                    <a:pt x="3062625" y="2789"/>
                  </a:lnTo>
                  <a:lnTo>
                    <a:pt x="3069071" y="6277"/>
                  </a:lnTo>
                  <a:lnTo>
                    <a:pt x="3072975" y="9524"/>
                  </a:lnTo>
                  <a:lnTo>
                    <a:pt x="34310" y="9524"/>
                  </a:lnTo>
                  <a:lnTo>
                    <a:pt x="30665" y="10249"/>
                  </a:lnTo>
                  <a:lnTo>
                    <a:pt x="9524" y="34310"/>
                  </a:lnTo>
                  <a:lnTo>
                    <a:pt x="9524" y="289539"/>
                  </a:lnTo>
                  <a:lnTo>
                    <a:pt x="34310" y="314324"/>
                  </a:lnTo>
                  <a:lnTo>
                    <a:pt x="3072976" y="314324"/>
                  </a:lnTo>
                  <a:lnTo>
                    <a:pt x="3069071" y="317572"/>
                  </a:lnTo>
                  <a:lnTo>
                    <a:pt x="3062625" y="321059"/>
                  </a:lnTo>
                  <a:lnTo>
                    <a:pt x="3055601" y="323152"/>
                  </a:lnTo>
                  <a:lnTo>
                    <a:pt x="3047999" y="323849"/>
                  </a:lnTo>
                  <a:close/>
                </a:path>
                <a:path w="3086100" h="323850">
                  <a:moveTo>
                    <a:pt x="3072976" y="314324"/>
                  </a:moveTo>
                  <a:lnTo>
                    <a:pt x="3051788" y="314324"/>
                  </a:lnTo>
                  <a:lnTo>
                    <a:pt x="3055433" y="313599"/>
                  </a:lnTo>
                  <a:lnTo>
                    <a:pt x="3062435" y="310699"/>
                  </a:lnTo>
                  <a:lnTo>
                    <a:pt x="3065525" y="308634"/>
                  </a:lnTo>
                  <a:lnTo>
                    <a:pt x="3070884" y="303275"/>
                  </a:lnTo>
                  <a:lnTo>
                    <a:pt x="3072822" y="300375"/>
                  </a:lnTo>
                  <a:lnTo>
                    <a:pt x="3072949" y="300185"/>
                  </a:lnTo>
                  <a:lnTo>
                    <a:pt x="3075780" y="293351"/>
                  </a:lnTo>
                  <a:lnTo>
                    <a:pt x="3075849" y="293184"/>
                  </a:lnTo>
                  <a:lnTo>
                    <a:pt x="3076574" y="289539"/>
                  </a:lnTo>
                  <a:lnTo>
                    <a:pt x="3076574" y="34310"/>
                  </a:lnTo>
                  <a:lnTo>
                    <a:pt x="3051788" y="9524"/>
                  </a:lnTo>
                  <a:lnTo>
                    <a:pt x="3072975" y="9524"/>
                  </a:lnTo>
                  <a:lnTo>
                    <a:pt x="3086099" y="285749"/>
                  </a:lnTo>
                  <a:lnTo>
                    <a:pt x="3085417" y="293184"/>
                  </a:lnTo>
                  <a:lnTo>
                    <a:pt x="3085402" y="293351"/>
                  </a:lnTo>
                  <a:lnTo>
                    <a:pt x="3083366" y="300185"/>
                  </a:lnTo>
                  <a:lnTo>
                    <a:pt x="3083309" y="300375"/>
                  </a:lnTo>
                  <a:lnTo>
                    <a:pt x="3079822" y="306822"/>
                  </a:lnTo>
                  <a:lnTo>
                    <a:pt x="3074940" y="312690"/>
                  </a:lnTo>
                  <a:lnTo>
                    <a:pt x="3072976" y="314324"/>
                  </a:lnTo>
                  <a:close/>
                </a:path>
              </a:pathLst>
            </a:custGeom>
            <a:solidFill>
              <a:srgbClr val="4A5462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429112" y="3629024"/>
              <a:ext cx="3333750" cy="619125"/>
            </a:xfrm>
            <a:custGeom>
              <a:avLst/>
              <a:gdLst/>
              <a:ahLst/>
              <a:cxnLst/>
              <a:rect l="l" t="t" r="r" b="b"/>
              <a:pathLst>
                <a:path w="3333750" h="619125">
                  <a:moveTo>
                    <a:pt x="3209925" y="0"/>
                  </a:moveTo>
                  <a:lnTo>
                    <a:pt x="123825" y="0"/>
                  </a:lnTo>
                  <a:lnTo>
                    <a:pt x="123825" y="9525"/>
                  </a:lnTo>
                  <a:lnTo>
                    <a:pt x="3209925" y="9525"/>
                  </a:lnTo>
                  <a:lnTo>
                    <a:pt x="3209925" y="0"/>
                  </a:lnTo>
                  <a:close/>
                </a:path>
                <a:path w="3333750" h="619125">
                  <a:moveTo>
                    <a:pt x="3333750" y="609600"/>
                  </a:moveTo>
                  <a:lnTo>
                    <a:pt x="0" y="609600"/>
                  </a:lnTo>
                  <a:lnTo>
                    <a:pt x="0" y="619125"/>
                  </a:lnTo>
                  <a:lnTo>
                    <a:pt x="3333750" y="619125"/>
                  </a:lnTo>
                  <a:lnTo>
                    <a:pt x="3333750" y="609600"/>
                  </a:lnTo>
                  <a:close/>
                </a:path>
              </a:pathLst>
            </a:custGeom>
            <a:solidFill>
              <a:srgbClr val="4A54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/>
          <p:nvPr/>
        </p:nvSpPr>
        <p:spPr>
          <a:xfrm>
            <a:off x="8153399" y="1352549"/>
            <a:ext cx="3657600" cy="1428750"/>
          </a:xfrm>
          <a:custGeom>
            <a:avLst/>
            <a:gdLst/>
            <a:ahLst/>
            <a:cxnLst/>
            <a:rect l="l" t="t" r="r" b="b"/>
            <a:pathLst>
              <a:path w="3657600" h="1428750">
                <a:moveTo>
                  <a:pt x="3543299" y="1428749"/>
                </a:moveTo>
                <a:lnTo>
                  <a:pt x="114299" y="1428749"/>
                </a:lnTo>
                <a:lnTo>
                  <a:pt x="103040" y="1428206"/>
                </a:lnTo>
                <a:lnTo>
                  <a:pt x="60364" y="1415237"/>
                </a:lnTo>
                <a:lnTo>
                  <a:pt x="25900" y="1386925"/>
                </a:lnTo>
                <a:lnTo>
                  <a:pt x="4894" y="1347579"/>
                </a:lnTo>
                <a:lnTo>
                  <a:pt x="0" y="1314449"/>
                </a:lnTo>
                <a:lnTo>
                  <a:pt x="0" y="114299"/>
                </a:lnTo>
                <a:lnTo>
                  <a:pt x="8700" y="70559"/>
                </a:lnTo>
                <a:lnTo>
                  <a:pt x="33477" y="33477"/>
                </a:lnTo>
                <a:lnTo>
                  <a:pt x="70559" y="8700"/>
                </a:lnTo>
                <a:lnTo>
                  <a:pt x="114299" y="0"/>
                </a:lnTo>
                <a:lnTo>
                  <a:pt x="3543299" y="0"/>
                </a:lnTo>
                <a:lnTo>
                  <a:pt x="3554559" y="543"/>
                </a:lnTo>
                <a:lnTo>
                  <a:pt x="3565602" y="2175"/>
                </a:lnTo>
                <a:lnTo>
                  <a:pt x="3576429" y="4894"/>
                </a:lnTo>
                <a:lnTo>
                  <a:pt x="3587040" y="8700"/>
                </a:lnTo>
                <a:lnTo>
                  <a:pt x="3588786" y="9524"/>
                </a:lnTo>
                <a:lnTo>
                  <a:pt x="107420" y="9524"/>
                </a:lnTo>
                <a:lnTo>
                  <a:pt x="100606" y="10196"/>
                </a:lnTo>
                <a:lnTo>
                  <a:pt x="61810" y="23360"/>
                </a:lnTo>
                <a:lnTo>
                  <a:pt x="31004" y="50369"/>
                </a:lnTo>
                <a:lnTo>
                  <a:pt x="12880" y="87111"/>
                </a:lnTo>
                <a:lnTo>
                  <a:pt x="9524" y="107420"/>
                </a:lnTo>
                <a:lnTo>
                  <a:pt x="9524" y="1321329"/>
                </a:lnTo>
                <a:lnTo>
                  <a:pt x="20133" y="1360901"/>
                </a:lnTo>
                <a:lnTo>
                  <a:pt x="45077" y="1393401"/>
                </a:lnTo>
                <a:lnTo>
                  <a:pt x="80560" y="1413881"/>
                </a:lnTo>
                <a:lnTo>
                  <a:pt x="107420" y="1419224"/>
                </a:lnTo>
                <a:lnTo>
                  <a:pt x="3588787" y="1419224"/>
                </a:lnTo>
                <a:lnTo>
                  <a:pt x="3587040" y="1420049"/>
                </a:lnTo>
                <a:lnTo>
                  <a:pt x="3576429" y="1423855"/>
                </a:lnTo>
                <a:lnTo>
                  <a:pt x="3565602" y="1426574"/>
                </a:lnTo>
                <a:lnTo>
                  <a:pt x="3554559" y="1428206"/>
                </a:lnTo>
                <a:lnTo>
                  <a:pt x="3543299" y="1428749"/>
                </a:lnTo>
                <a:close/>
              </a:path>
              <a:path w="3657600" h="1428750">
                <a:moveTo>
                  <a:pt x="3588787" y="1419224"/>
                </a:moveTo>
                <a:lnTo>
                  <a:pt x="3550179" y="1419224"/>
                </a:lnTo>
                <a:lnTo>
                  <a:pt x="3556992" y="1418553"/>
                </a:lnTo>
                <a:lnTo>
                  <a:pt x="3570487" y="1415869"/>
                </a:lnTo>
                <a:lnTo>
                  <a:pt x="3607229" y="1397744"/>
                </a:lnTo>
                <a:lnTo>
                  <a:pt x="3634238" y="1366939"/>
                </a:lnTo>
                <a:lnTo>
                  <a:pt x="3647403" y="1328143"/>
                </a:lnTo>
                <a:lnTo>
                  <a:pt x="3648074" y="1321329"/>
                </a:lnTo>
                <a:lnTo>
                  <a:pt x="3648074" y="107420"/>
                </a:lnTo>
                <a:lnTo>
                  <a:pt x="3637466" y="67848"/>
                </a:lnTo>
                <a:lnTo>
                  <a:pt x="3612522" y="35348"/>
                </a:lnTo>
                <a:lnTo>
                  <a:pt x="3577039" y="14867"/>
                </a:lnTo>
                <a:lnTo>
                  <a:pt x="3550179" y="9524"/>
                </a:lnTo>
                <a:lnTo>
                  <a:pt x="3588786" y="9524"/>
                </a:lnTo>
                <a:lnTo>
                  <a:pt x="3624121" y="33477"/>
                </a:lnTo>
                <a:lnTo>
                  <a:pt x="3648898" y="70559"/>
                </a:lnTo>
                <a:lnTo>
                  <a:pt x="3657599" y="114299"/>
                </a:lnTo>
                <a:lnTo>
                  <a:pt x="3657599" y="1314449"/>
                </a:lnTo>
                <a:lnTo>
                  <a:pt x="3657055" y="1325709"/>
                </a:lnTo>
                <a:lnTo>
                  <a:pt x="3644087" y="1368385"/>
                </a:lnTo>
                <a:lnTo>
                  <a:pt x="3615775" y="1402849"/>
                </a:lnTo>
                <a:lnTo>
                  <a:pt x="3597234" y="1415237"/>
                </a:lnTo>
                <a:lnTo>
                  <a:pt x="3588787" y="1419224"/>
                </a:lnTo>
                <a:close/>
              </a:path>
            </a:pathLst>
          </a:custGeom>
          <a:solidFill>
            <a:srgbClr val="4A5462">
              <a:alpha val="3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2" name="object 82"/>
          <p:cNvGrpSpPr/>
          <p:nvPr/>
        </p:nvGrpSpPr>
        <p:grpSpPr>
          <a:xfrm>
            <a:off x="8153399" y="2933699"/>
            <a:ext cx="3657600" cy="1676400"/>
            <a:chOff x="8153399" y="2933699"/>
            <a:chExt cx="3657600" cy="1676400"/>
          </a:xfrm>
        </p:grpSpPr>
        <p:sp>
          <p:nvSpPr>
            <p:cNvPr id="87" name="object 87"/>
            <p:cNvSpPr/>
            <p:nvPr/>
          </p:nvSpPr>
          <p:spPr>
            <a:xfrm>
              <a:off x="8153399" y="2933699"/>
              <a:ext cx="3657600" cy="1676400"/>
            </a:xfrm>
            <a:custGeom>
              <a:avLst/>
              <a:gdLst/>
              <a:ahLst/>
              <a:cxnLst/>
              <a:rect l="l" t="t" r="r" b="b"/>
              <a:pathLst>
                <a:path w="3657600" h="1676400">
                  <a:moveTo>
                    <a:pt x="3543299" y="1676399"/>
                  </a:moveTo>
                  <a:lnTo>
                    <a:pt x="114299" y="1676399"/>
                  </a:lnTo>
                  <a:lnTo>
                    <a:pt x="103040" y="1675855"/>
                  </a:lnTo>
                  <a:lnTo>
                    <a:pt x="60364" y="1662887"/>
                  </a:lnTo>
                  <a:lnTo>
                    <a:pt x="25900" y="1634575"/>
                  </a:lnTo>
                  <a:lnTo>
                    <a:pt x="4894" y="1595229"/>
                  </a:lnTo>
                  <a:lnTo>
                    <a:pt x="0" y="15620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543299" y="0"/>
                  </a:lnTo>
                  <a:lnTo>
                    <a:pt x="3587039" y="8700"/>
                  </a:lnTo>
                  <a:lnTo>
                    <a:pt x="3624121" y="33477"/>
                  </a:lnTo>
                  <a:lnTo>
                    <a:pt x="3648898" y="70559"/>
                  </a:lnTo>
                  <a:lnTo>
                    <a:pt x="3657599" y="114299"/>
                  </a:lnTo>
                  <a:lnTo>
                    <a:pt x="3657599" y="1562099"/>
                  </a:lnTo>
                  <a:lnTo>
                    <a:pt x="3648898" y="1605840"/>
                  </a:lnTo>
                  <a:lnTo>
                    <a:pt x="3624121" y="1642922"/>
                  </a:lnTo>
                  <a:lnTo>
                    <a:pt x="3587039" y="1667699"/>
                  </a:lnTo>
                  <a:lnTo>
                    <a:pt x="3543299" y="1676399"/>
                  </a:lnTo>
                  <a:close/>
                </a:path>
              </a:pathLst>
            </a:custGeom>
            <a:solidFill>
              <a:srgbClr val="1F2937">
                <a:alpha val="8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53399" y="2933699"/>
              <a:ext cx="3657600" cy="1676400"/>
            </a:xfrm>
            <a:custGeom>
              <a:avLst/>
              <a:gdLst/>
              <a:ahLst/>
              <a:cxnLst/>
              <a:rect l="l" t="t" r="r" b="b"/>
              <a:pathLst>
                <a:path w="3657600" h="1676400">
                  <a:moveTo>
                    <a:pt x="3543299" y="1676399"/>
                  </a:moveTo>
                  <a:lnTo>
                    <a:pt x="114299" y="1676399"/>
                  </a:lnTo>
                  <a:lnTo>
                    <a:pt x="103040" y="1675856"/>
                  </a:lnTo>
                  <a:lnTo>
                    <a:pt x="60364" y="1662887"/>
                  </a:lnTo>
                  <a:lnTo>
                    <a:pt x="25900" y="1634575"/>
                  </a:lnTo>
                  <a:lnTo>
                    <a:pt x="4894" y="1595229"/>
                  </a:lnTo>
                  <a:lnTo>
                    <a:pt x="0" y="15620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543299" y="0"/>
                  </a:lnTo>
                  <a:lnTo>
                    <a:pt x="3554559" y="543"/>
                  </a:lnTo>
                  <a:lnTo>
                    <a:pt x="3565602" y="2175"/>
                  </a:lnTo>
                  <a:lnTo>
                    <a:pt x="3576429" y="4894"/>
                  </a:lnTo>
                  <a:lnTo>
                    <a:pt x="3587040" y="8700"/>
                  </a:lnTo>
                  <a:lnTo>
                    <a:pt x="3588786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1568979"/>
                  </a:lnTo>
                  <a:lnTo>
                    <a:pt x="20133" y="1608551"/>
                  </a:lnTo>
                  <a:lnTo>
                    <a:pt x="45077" y="1641051"/>
                  </a:lnTo>
                  <a:lnTo>
                    <a:pt x="80560" y="1661531"/>
                  </a:lnTo>
                  <a:lnTo>
                    <a:pt x="107420" y="1666874"/>
                  </a:lnTo>
                  <a:lnTo>
                    <a:pt x="3588786" y="1666874"/>
                  </a:lnTo>
                  <a:lnTo>
                    <a:pt x="3587040" y="1667699"/>
                  </a:lnTo>
                  <a:lnTo>
                    <a:pt x="3576429" y="1671505"/>
                  </a:lnTo>
                  <a:lnTo>
                    <a:pt x="3565602" y="1674224"/>
                  </a:lnTo>
                  <a:lnTo>
                    <a:pt x="3554559" y="1675856"/>
                  </a:lnTo>
                  <a:lnTo>
                    <a:pt x="3543299" y="1676399"/>
                  </a:lnTo>
                  <a:close/>
                </a:path>
                <a:path w="3657600" h="1676400">
                  <a:moveTo>
                    <a:pt x="3588786" y="1666874"/>
                  </a:moveTo>
                  <a:lnTo>
                    <a:pt x="3550179" y="1666874"/>
                  </a:lnTo>
                  <a:lnTo>
                    <a:pt x="3556992" y="1666203"/>
                  </a:lnTo>
                  <a:lnTo>
                    <a:pt x="3570487" y="1663519"/>
                  </a:lnTo>
                  <a:lnTo>
                    <a:pt x="3607229" y="1645394"/>
                  </a:lnTo>
                  <a:lnTo>
                    <a:pt x="3634238" y="1614589"/>
                  </a:lnTo>
                  <a:lnTo>
                    <a:pt x="3647403" y="1575792"/>
                  </a:lnTo>
                  <a:lnTo>
                    <a:pt x="3648074" y="1568979"/>
                  </a:lnTo>
                  <a:lnTo>
                    <a:pt x="3648074" y="107420"/>
                  </a:lnTo>
                  <a:lnTo>
                    <a:pt x="3637466" y="67848"/>
                  </a:lnTo>
                  <a:lnTo>
                    <a:pt x="3612522" y="35348"/>
                  </a:lnTo>
                  <a:lnTo>
                    <a:pt x="3577039" y="14867"/>
                  </a:lnTo>
                  <a:lnTo>
                    <a:pt x="3550179" y="9524"/>
                  </a:lnTo>
                  <a:lnTo>
                    <a:pt x="3588786" y="9524"/>
                  </a:lnTo>
                  <a:lnTo>
                    <a:pt x="3624121" y="33477"/>
                  </a:lnTo>
                  <a:lnTo>
                    <a:pt x="3648898" y="70559"/>
                  </a:lnTo>
                  <a:lnTo>
                    <a:pt x="3657599" y="114299"/>
                  </a:lnTo>
                  <a:lnTo>
                    <a:pt x="3657599" y="1562099"/>
                  </a:lnTo>
                  <a:lnTo>
                    <a:pt x="3657055" y="1573359"/>
                  </a:lnTo>
                  <a:lnTo>
                    <a:pt x="3644087" y="1616034"/>
                  </a:lnTo>
                  <a:lnTo>
                    <a:pt x="3615775" y="1650499"/>
                  </a:lnTo>
                  <a:lnTo>
                    <a:pt x="3597234" y="1662887"/>
                  </a:lnTo>
                  <a:lnTo>
                    <a:pt x="3588786" y="1666874"/>
                  </a:lnTo>
                  <a:close/>
                </a:path>
              </a:pathLst>
            </a:custGeom>
            <a:solidFill>
              <a:srgbClr val="4A5462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8315324" y="4048124"/>
              <a:ext cx="3333750" cy="400050"/>
            </a:xfrm>
            <a:custGeom>
              <a:avLst/>
              <a:gdLst/>
              <a:ahLst/>
              <a:cxnLst/>
              <a:rect l="l" t="t" r="r" b="b"/>
              <a:pathLst>
                <a:path w="3333750" h="400050">
                  <a:moveTo>
                    <a:pt x="3257549" y="400049"/>
                  </a:moveTo>
                  <a:lnTo>
                    <a:pt x="76199" y="400049"/>
                  </a:lnTo>
                  <a:lnTo>
                    <a:pt x="68693" y="399687"/>
                  </a:lnTo>
                  <a:lnTo>
                    <a:pt x="27882" y="382782"/>
                  </a:lnTo>
                  <a:lnTo>
                    <a:pt x="3262" y="345936"/>
                  </a:lnTo>
                  <a:lnTo>
                    <a:pt x="0" y="323849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3257549" y="0"/>
                  </a:lnTo>
                  <a:lnTo>
                    <a:pt x="3299891" y="12829"/>
                  </a:lnTo>
                  <a:lnTo>
                    <a:pt x="3327948" y="47039"/>
                  </a:lnTo>
                  <a:lnTo>
                    <a:pt x="3333749" y="76199"/>
                  </a:lnTo>
                  <a:lnTo>
                    <a:pt x="3333749" y="323849"/>
                  </a:lnTo>
                  <a:lnTo>
                    <a:pt x="3320919" y="366192"/>
                  </a:lnTo>
                  <a:lnTo>
                    <a:pt x="3286710" y="394249"/>
                  </a:lnTo>
                  <a:lnTo>
                    <a:pt x="3257549" y="400049"/>
                  </a:lnTo>
                  <a:close/>
                </a:path>
              </a:pathLst>
            </a:custGeom>
            <a:solidFill>
              <a:srgbClr val="8B5CF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r>
                <a:rPr lang="ko-KR" altLang="en-US" sz="1600" dirty="0" err="1">
                  <a:solidFill>
                    <a:schemeClr val="bg1"/>
                  </a:solidFill>
                </a:rPr>
                <a:t>피드가</a:t>
              </a:r>
              <a:r>
                <a:rPr lang="ko-KR" altLang="en-US" sz="1600" dirty="0">
                  <a:solidFill>
                    <a:schemeClr val="bg1"/>
                  </a:solidFill>
                </a:rPr>
                <a:t> 많을 때는 </a:t>
              </a:r>
              <a:r>
                <a:rPr lang="en-US" altLang="ko-KR" sz="1600" dirty="0">
                  <a:solidFill>
                    <a:schemeClr val="bg1"/>
                  </a:solidFill>
                </a:rPr>
                <a:t>5</a:t>
              </a:r>
              <a:r>
                <a:rPr lang="ko-KR" altLang="en-US" sz="1600" dirty="0">
                  <a:solidFill>
                    <a:schemeClr val="bg1"/>
                  </a:solidFill>
                </a:rPr>
                <a:t>개 씩만 화면에 출력하여 페이지로 구분</a:t>
              </a:r>
              <a:endParaRPr sz="1600" dirty="0">
                <a:solidFill>
                  <a:schemeClr val="bg1"/>
                </a:solidFill>
              </a:endParaRPr>
            </a:p>
          </p:txBody>
        </p:sp>
        <p:sp>
          <p:nvSpPr>
            <p:cNvPr id="90" name="object 90"/>
            <p:cNvSpPr/>
            <p:nvPr/>
          </p:nvSpPr>
          <p:spPr>
            <a:xfrm>
              <a:off x="8315324" y="4048124"/>
              <a:ext cx="3333750" cy="400050"/>
            </a:xfrm>
            <a:custGeom>
              <a:avLst/>
              <a:gdLst/>
              <a:ahLst/>
              <a:cxnLst/>
              <a:rect l="l" t="t" r="r" b="b"/>
              <a:pathLst>
                <a:path w="3333750" h="400050">
                  <a:moveTo>
                    <a:pt x="3257549" y="400049"/>
                  </a:moveTo>
                  <a:lnTo>
                    <a:pt x="76199" y="400049"/>
                  </a:lnTo>
                  <a:lnTo>
                    <a:pt x="68693" y="399687"/>
                  </a:lnTo>
                  <a:lnTo>
                    <a:pt x="27882" y="382782"/>
                  </a:lnTo>
                  <a:lnTo>
                    <a:pt x="3262" y="345936"/>
                  </a:lnTo>
                  <a:lnTo>
                    <a:pt x="0" y="323849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3257549" y="0"/>
                  </a:lnTo>
                  <a:lnTo>
                    <a:pt x="3294370" y="9524"/>
                  </a:lnTo>
                  <a:lnTo>
                    <a:pt x="71822" y="9524"/>
                  </a:lnTo>
                  <a:lnTo>
                    <a:pt x="67486" y="9951"/>
                  </a:lnTo>
                  <a:lnTo>
                    <a:pt x="32149" y="25957"/>
                  </a:lnTo>
                  <a:lnTo>
                    <a:pt x="11660" y="58898"/>
                  </a:lnTo>
                  <a:lnTo>
                    <a:pt x="9524" y="71821"/>
                  </a:lnTo>
                  <a:lnTo>
                    <a:pt x="9524" y="328227"/>
                  </a:lnTo>
                  <a:lnTo>
                    <a:pt x="23193" y="364532"/>
                  </a:lnTo>
                  <a:lnTo>
                    <a:pt x="54729" y="387124"/>
                  </a:lnTo>
                  <a:lnTo>
                    <a:pt x="71822" y="390524"/>
                  </a:lnTo>
                  <a:lnTo>
                    <a:pt x="3294370" y="390524"/>
                  </a:lnTo>
                  <a:lnTo>
                    <a:pt x="3293506" y="391041"/>
                  </a:lnTo>
                  <a:lnTo>
                    <a:pt x="3286710" y="394249"/>
                  </a:lnTo>
                  <a:lnTo>
                    <a:pt x="3279636" y="396787"/>
                  </a:lnTo>
                  <a:lnTo>
                    <a:pt x="3272418" y="398599"/>
                  </a:lnTo>
                  <a:lnTo>
                    <a:pt x="3265056" y="399687"/>
                  </a:lnTo>
                  <a:lnTo>
                    <a:pt x="3257549" y="400049"/>
                  </a:lnTo>
                  <a:close/>
                </a:path>
                <a:path w="3333750" h="400050">
                  <a:moveTo>
                    <a:pt x="3294370" y="390524"/>
                  </a:moveTo>
                  <a:lnTo>
                    <a:pt x="3261927" y="390524"/>
                  </a:lnTo>
                  <a:lnTo>
                    <a:pt x="3266263" y="390097"/>
                  </a:lnTo>
                  <a:lnTo>
                    <a:pt x="3274850" y="388389"/>
                  </a:lnTo>
                  <a:lnTo>
                    <a:pt x="3307791" y="367900"/>
                  </a:lnTo>
                  <a:lnTo>
                    <a:pt x="3323797" y="332563"/>
                  </a:lnTo>
                  <a:lnTo>
                    <a:pt x="3324224" y="328227"/>
                  </a:lnTo>
                  <a:lnTo>
                    <a:pt x="3324224" y="71821"/>
                  </a:lnTo>
                  <a:lnTo>
                    <a:pt x="3323916" y="68693"/>
                  </a:lnTo>
                  <a:lnTo>
                    <a:pt x="3323797" y="67486"/>
                  </a:lnTo>
                  <a:lnTo>
                    <a:pt x="3307791" y="32149"/>
                  </a:lnTo>
                  <a:lnTo>
                    <a:pt x="3274850" y="11660"/>
                  </a:lnTo>
                  <a:lnTo>
                    <a:pt x="3261927" y="9524"/>
                  </a:lnTo>
                  <a:lnTo>
                    <a:pt x="3294370" y="9524"/>
                  </a:lnTo>
                  <a:lnTo>
                    <a:pt x="3324741" y="40243"/>
                  </a:lnTo>
                  <a:lnTo>
                    <a:pt x="3333749" y="323849"/>
                  </a:lnTo>
                  <a:lnTo>
                    <a:pt x="3333387" y="331356"/>
                  </a:lnTo>
                  <a:lnTo>
                    <a:pt x="3316482" y="372167"/>
                  </a:lnTo>
                  <a:lnTo>
                    <a:pt x="3300019" y="387124"/>
                  </a:lnTo>
                  <a:lnTo>
                    <a:pt x="3294370" y="390524"/>
                  </a:lnTo>
                  <a:close/>
                </a:path>
              </a:pathLst>
            </a:custGeom>
            <a:solidFill>
              <a:srgbClr val="8B5CF5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4" name="object 94"/>
          <p:cNvSpPr txBox="1"/>
          <p:nvPr/>
        </p:nvSpPr>
        <p:spPr>
          <a:xfrm>
            <a:off x="8607425" y="3076943"/>
            <a:ext cx="972185" cy="261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spc="-320" dirty="0">
                <a:solidFill>
                  <a:srgbClr val="FFFFFF"/>
                </a:solidFill>
                <a:latin typeface="Dotum"/>
                <a:cs typeface="Dotum"/>
              </a:rPr>
              <a:t>페이지네이션</a:t>
            </a:r>
            <a:endParaRPr sz="1550" dirty="0">
              <a:latin typeface="Dotum"/>
              <a:cs typeface="Dotum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9569300" y="3348411"/>
            <a:ext cx="1251100" cy="615553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60"/>
              </a:spcBef>
            </a:pPr>
            <a:r>
              <a:rPr sz="1950" b="1" spc="-50" dirty="0">
                <a:solidFill>
                  <a:schemeClr val="bg1"/>
                </a:solidFill>
                <a:latin typeface="DejaVu Sans Condensed"/>
                <a:cs typeface="DejaVu Sans Condensed"/>
              </a:rPr>
              <a:t>5</a:t>
            </a:r>
            <a:endParaRPr sz="1950" dirty="0">
              <a:solidFill>
                <a:schemeClr val="bg1"/>
              </a:solidFill>
              <a:latin typeface="DejaVu Sans Condensed"/>
              <a:cs typeface="DejaVu Sans Condensed"/>
            </a:endParaRPr>
          </a:p>
          <a:p>
            <a:pPr algn="ctr">
              <a:lnSpc>
                <a:spcPct val="100000"/>
              </a:lnSpc>
              <a:spcBef>
                <a:spcPts val="409"/>
              </a:spcBef>
            </a:pPr>
            <a:r>
              <a:rPr sz="1000" spc="-180" dirty="0" err="1">
                <a:solidFill>
                  <a:srgbClr val="9CA2AF"/>
                </a:solidFill>
                <a:latin typeface="Dotum"/>
                <a:cs typeface="Dotum"/>
              </a:rPr>
              <a:t>페이지당</a:t>
            </a:r>
            <a:r>
              <a:rPr sz="1000" spc="-85" dirty="0">
                <a:solidFill>
                  <a:srgbClr val="9CA2AF"/>
                </a:solidFill>
                <a:latin typeface="Dotum"/>
                <a:cs typeface="Dotum"/>
              </a:rPr>
              <a:t> </a:t>
            </a:r>
            <a:r>
              <a:rPr lang="en-US" sz="1000" spc="-180" dirty="0">
                <a:solidFill>
                  <a:srgbClr val="9CA2AF"/>
                </a:solidFill>
                <a:latin typeface="Dotum"/>
                <a:cs typeface="Dotum"/>
              </a:rPr>
              <a:t> </a:t>
            </a:r>
            <a:r>
              <a:rPr lang="ko-KR" altLang="en-US" sz="1000" spc="-180" dirty="0">
                <a:solidFill>
                  <a:srgbClr val="9CA2AF"/>
                </a:solidFill>
                <a:latin typeface="Dotum"/>
                <a:cs typeface="Dotum"/>
              </a:rPr>
              <a:t>피</a:t>
            </a:r>
            <a:r>
              <a:rPr sz="1000" spc="-180" dirty="0">
                <a:solidFill>
                  <a:srgbClr val="9CA2AF"/>
                </a:solidFill>
                <a:latin typeface="Dotum"/>
                <a:cs typeface="Dotum"/>
              </a:rPr>
              <a:t>드</a:t>
            </a:r>
            <a:r>
              <a:rPr sz="1000" spc="-85" dirty="0">
                <a:solidFill>
                  <a:srgbClr val="9CA2AF"/>
                </a:solidFill>
                <a:latin typeface="Dotum"/>
                <a:cs typeface="Dotum"/>
              </a:rPr>
              <a:t> </a:t>
            </a:r>
            <a:r>
              <a:rPr sz="1000" spc="-50" dirty="0">
                <a:solidFill>
                  <a:srgbClr val="9CA2AF"/>
                </a:solidFill>
                <a:latin typeface="Dotum"/>
                <a:cs typeface="Dotum"/>
              </a:rPr>
              <a:t>수</a:t>
            </a:r>
            <a:endParaRPr sz="1000" dirty="0">
              <a:latin typeface="Dotum"/>
              <a:cs typeface="Dotum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8153399" y="3151579"/>
            <a:ext cx="3657600" cy="2773045"/>
            <a:chOff x="8153399" y="3151579"/>
            <a:chExt cx="3657600" cy="2773045"/>
          </a:xfrm>
        </p:grpSpPr>
        <p:pic>
          <p:nvPicPr>
            <p:cNvPr id="98" name="object 9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321272" y="3151579"/>
              <a:ext cx="184556" cy="154789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8153399" y="4762499"/>
              <a:ext cx="3657600" cy="1162050"/>
            </a:xfrm>
            <a:custGeom>
              <a:avLst/>
              <a:gdLst/>
              <a:ahLst/>
              <a:cxnLst/>
              <a:rect l="l" t="t" r="r" b="b"/>
              <a:pathLst>
                <a:path w="3657600" h="1162050">
                  <a:moveTo>
                    <a:pt x="3543299" y="1162049"/>
                  </a:moveTo>
                  <a:lnTo>
                    <a:pt x="114299" y="1162049"/>
                  </a:lnTo>
                  <a:lnTo>
                    <a:pt x="103040" y="1161506"/>
                  </a:lnTo>
                  <a:lnTo>
                    <a:pt x="60364" y="1148537"/>
                  </a:lnTo>
                  <a:lnTo>
                    <a:pt x="25900" y="1120225"/>
                  </a:lnTo>
                  <a:lnTo>
                    <a:pt x="4894" y="1080879"/>
                  </a:lnTo>
                  <a:lnTo>
                    <a:pt x="0" y="104774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543299" y="0"/>
                  </a:lnTo>
                  <a:lnTo>
                    <a:pt x="3587039" y="8700"/>
                  </a:lnTo>
                  <a:lnTo>
                    <a:pt x="3624121" y="33477"/>
                  </a:lnTo>
                  <a:lnTo>
                    <a:pt x="3648898" y="70559"/>
                  </a:lnTo>
                  <a:lnTo>
                    <a:pt x="3657599" y="114299"/>
                  </a:lnTo>
                  <a:lnTo>
                    <a:pt x="3657599" y="1047749"/>
                  </a:lnTo>
                  <a:lnTo>
                    <a:pt x="3648898" y="1091490"/>
                  </a:lnTo>
                  <a:lnTo>
                    <a:pt x="3624121" y="1128572"/>
                  </a:lnTo>
                  <a:lnTo>
                    <a:pt x="3587039" y="1153349"/>
                  </a:lnTo>
                  <a:lnTo>
                    <a:pt x="3543299" y="1162049"/>
                  </a:lnTo>
                  <a:close/>
                </a:path>
              </a:pathLst>
            </a:custGeom>
            <a:solidFill>
              <a:srgbClr val="1F2937">
                <a:alpha val="8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8153399" y="4762499"/>
              <a:ext cx="3657600" cy="1162050"/>
            </a:xfrm>
            <a:custGeom>
              <a:avLst/>
              <a:gdLst/>
              <a:ahLst/>
              <a:cxnLst/>
              <a:rect l="l" t="t" r="r" b="b"/>
              <a:pathLst>
                <a:path w="3657600" h="1162050">
                  <a:moveTo>
                    <a:pt x="3543299" y="1162049"/>
                  </a:moveTo>
                  <a:lnTo>
                    <a:pt x="114299" y="1162049"/>
                  </a:lnTo>
                  <a:lnTo>
                    <a:pt x="103040" y="1161506"/>
                  </a:lnTo>
                  <a:lnTo>
                    <a:pt x="60364" y="1148538"/>
                  </a:lnTo>
                  <a:lnTo>
                    <a:pt x="25900" y="1120225"/>
                  </a:lnTo>
                  <a:lnTo>
                    <a:pt x="4894" y="1080879"/>
                  </a:lnTo>
                  <a:lnTo>
                    <a:pt x="0" y="104774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543299" y="0"/>
                  </a:lnTo>
                  <a:lnTo>
                    <a:pt x="3587040" y="8700"/>
                  </a:lnTo>
                  <a:lnTo>
                    <a:pt x="3588786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1054629"/>
                  </a:lnTo>
                  <a:lnTo>
                    <a:pt x="20133" y="1094201"/>
                  </a:lnTo>
                  <a:lnTo>
                    <a:pt x="45077" y="1126701"/>
                  </a:lnTo>
                  <a:lnTo>
                    <a:pt x="80560" y="1147181"/>
                  </a:lnTo>
                  <a:lnTo>
                    <a:pt x="107420" y="1152524"/>
                  </a:lnTo>
                  <a:lnTo>
                    <a:pt x="3588786" y="1152524"/>
                  </a:lnTo>
                  <a:lnTo>
                    <a:pt x="3587039" y="1153349"/>
                  </a:lnTo>
                  <a:lnTo>
                    <a:pt x="3576429" y="1157155"/>
                  </a:lnTo>
                  <a:lnTo>
                    <a:pt x="3565602" y="1159874"/>
                  </a:lnTo>
                  <a:lnTo>
                    <a:pt x="3554559" y="1161506"/>
                  </a:lnTo>
                  <a:lnTo>
                    <a:pt x="3543299" y="1162049"/>
                  </a:lnTo>
                  <a:close/>
                </a:path>
                <a:path w="3657600" h="1162050">
                  <a:moveTo>
                    <a:pt x="3588786" y="1152524"/>
                  </a:moveTo>
                  <a:lnTo>
                    <a:pt x="3550179" y="1152524"/>
                  </a:lnTo>
                  <a:lnTo>
                    <a:pt x="3556992" y="1151853"/>
                  </a:lnTo>
                  <a:lnTo>
                    <a:pt x="3570487" y="1149169"/>
                  </a:lnTo>
                  <a:lnTo>
                    <a:pt x="3607229" y="1131044"/>
                  </a:lnTo>
                  <a:lnTo>
                    <a:pt x="3634238" y="1100239"/>
                  </a:lnTo>
                  <a:lnTo>
                    <a:pt x="3647403" y="1061443"/>
                  </a:lnTo>
                  <a:lnTo>
                    <a:pt x="3648074" y="1054629"/>
                  </a:lnTo>
                  <a:lnTo>
                    <a:pt x="3648074" y="107420"/>
                  </a:lnTo>
                  <a:lnTo>
                    <a:pt x="3637466" y="67848"/>
                  </a:lnTo>
                  <a:lnTo>
                    <a:pt x="3612522" y="35348"/>
                  </a:lnTo>
                  <a:lnTo>
                    <a:pt x="3577039" y="14867"/>
                  </a:lnTo>
                  <a:lnTo>
                    <a:pt x="3550179" y="9524"/>
                  </a:lnTo>
                  <a:lnTo>
                    <a:pt x="3588786" y="9524"/>
                  </a:lnTo>
                  <a:lnTo>
                    <a:pt x="3624121" y="33477"/>
                  </a:lnTo>
                  <a:lnTo>
                    <a:pt x="3648898" y="70559"/>
                  </a:lnTo>
                  <a:lnTo>
                    <a:pt x="3657599" y="114299"/>
                  </a:lnTo>
                  <a:lnTo>
                    <a:pt x="3657599" y="1047749"/>
                  </a:lnTo>
                  <a:lnTo>
                    <a:pt x="3657055" y="1059009"/>
                  </a:lnTo>
                  <a:lnTo>
                    <a:pt x="3644087" y="1101685"/>
                  </a:lnTo>
                  <a:lnTo>
                    <a:pt x="3615775" y="1136149"/>
                  </a:lnTo>
                  <a:lnTo>
                    <a:pt x="3597234" y="1148538"/>
                  </a:lnTo>
                  <a:lnTo>
                    <a:pt x="3588786" y="1152524"/>
                  </a:lnTo>
                  <a:close/>
                </a:path>
              </a:pathLst>
            </a:custGeom>
            <a:solidFill>
              <a:srgbClr val="4A5462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10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315324" y="5343524"/>
              <a:ext cx="141602" cy="114300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315324" y="5610224"/>
              <a:ext cx="100012" cy="114300"/>
            </a:xfrm>
            <a:prstGeom prst="rect">
              <a:avLst/>
            </a:prstGeom>
          </p:spPr>
        </p:pic>
      </p:grpSp>
      <p:sp>
        <p:nvSpPr>
          <p:cNvPr id="103" name="object 103"/>
          <p:cNvSpPr txBox="1"/>
          <p:nvPr/>
        </p:nvSpPr>
        <p:spPr>
          <a:xfrm>
            <a:off x="8478837" y="4905743"/>
            <a:ext cx="1296035" cy="797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0970">
              <a:lnSpc>
                <a:spcPct val="100000"/>
              </a:lnSpc>
              <a:spcBef>
                <a:spcPts val="95"/>
              </a:spcBef>
            </a:pPr>
            <a:r>
              <a:rPr sz="1550" spc="-310" dirty="0">
                <a:solidFill>
                  <a:srgbClr val="FFFFFF"/>
                </a:solidFill>
                <a:latin typeface="Dotum"/>
                <a:cs typeface="Dotum"/>
              </a:rPr>
              <a:t>권한</a:t>
            </a:r>
            <a:r>
              <a:rPr sz="1550" spc="-180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sz="1550" spc="-335" dirty="0">
                <a:solidFill>
                  <a:srgbClr val="FFFFFF"/>
                </a:solidFill>
                <a:latin typeface="Dotum"/>
                <a:cs typeface="Dotum"/>
              </a:rPr>
              <a:t>관리</a:t>
            </a:r>
            <a:endParaRPr sz="1550" dirty="0">
              <a:latin typeface="Dotum"/>
              <a:cs typeface="Dotum"/>
            </a:endParaRPr>
          </a:p>
          <a:p>
            <a:pPr marL="12700" marR="5080" indent="42545">
              <a:lnSpc>
                <a:spcPct val="152200"/>
              </a:lnSpc>
              <a:spcBef>
                <a:spcPts val="445"/>
              </a:spcBef>
            </a:pPr>
            <a:r>
              <a:rPr sz="1150" spc="-190" dirty="0">
                <a:solidFill>
                  <a:srgbClr val="D0D5DA"/>
                </a:solidFill>
                <a:latin typeface="Dotum"/>
                <a:cs typeface="Dotum"/>
              </a:rPr>
              <a:t>본인</a:t>
            </a:r>
            <a:r>
              <a:rPr sz="1150" spc="-75" dirty="0">
                <a:solidFill>
                  <a:srgbClr val="D0D5DA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D0D5DA"/>
                </a:solidFill>
                <a:latin typeface="Dotum"/>
                <a:cs typeface="Dotum"/>
              </a:rPr>
              <a:t>댓글만</a:t>
            </a:r>
            <a:r>
              <a:rPr sz="1150" spc="-75" dirty="0">
                <a:solidFill>
                  <a:srgbClr val="D0D5DA"/>
                </a:solidFill>
                <a:latin typeface="Dotum"/>
                <a:cs typeface="Dotum"/>
              </a:rPr>
              <a:t> </a:t>
            </a:r>
            <a:r>
              <a:rPr sz="1150" spc="-150" dirty="0">
                <a:solidFill>
                  <a:srgbClr val="D0D5DA"/>
                </a:solidFill>
                <a:latin typeface="Dotum"/>
                <a:cs typeface="Dotum"/>
              </a:rPr>
              <a:t>수정</a:t>
            </a:r>
            <a:r>
              <a:rPr sz="1150" spc="-150" dirty="0">
                <a:solidFill>
                  <a:srgbClr val="D0D5DA"/>
                </a:solidFill>
                <a:latin typeface="Microsoft Sans Serif"/>
                <a:cs typeface="Microsoft Sans Serif"/>
              </a:rPr>
              <a:t>/</a:t>
            </a:r>
            <a:r>
              <a:rPr sz="1150" spc="-150" dirty="0" err="1">
                <a:solidFill>
                  <a:srgbClr val="D0D5DA"/>
                </a:solidFill>
                <a:latin typeface="Dotum"/>
                <a:cs typeface="Dotum"/>
              </a:rPr>
              <a:t>삭제</a:t>
            </a:r>
            <a:r>
              <a:rPr sz="1150" spc="-150" dirty="0">
                <a:solidFill>
                  <a:srgbClr val="D0D5DA"/>
                </a:solidFill>
                <a:latin typeface="Dotum"/>
                <a:cs typeface="Dotum"/>
              </a:rPr>
              <a:t> </a:t>
            </a:r>
            <a:r>
              <a:rPr lang="ko-KR" altLang="en-US" sz="1150" spc="-190" dirty="0">
                <a:solidFill>
                  <a:srgbClr val="D0D5DA"/>
                </a:solidFill>
                <a:latin typeface="Dotum"/>
                <a:cs typeface="Dotum"/>
              </a:rPr>
              <a:t>내 </a:t>
            </a:r>
            <a:r>
              <a:rPr lang="ko-KR" altLang="en-US" sz="1150" spc="-190" dirty="0" err="1">
                <a:solidFill>
                  <a:srgbClr val="D0D5DA"/>
                </a:solidFill>
                <a:latin typeface="Dotum"/>
                <a:cs typeface="Dotum"/>
              </a:rPr>
              <a:t>피드</a:t>
            </a:r>
            <a:r>
              <a:rPr lang="ko-KR" altLang="en-US" sz="1150" spc="-190" dirty="0">
                <a:solidFill>
                  <a:srgbClr val="D0D5DA"/>
                </a:solidFill>
                <a:latin typeface="Dotum"/>
                <a:cs typeface="Dotum"/>
              </a:rPr>
              <a:t> 삭제 가능</a:t>
            </a:r>
            <a:endParaRPr sz="1150" dirty="0">
              <a:latin typeface="Dotum"/>
              <a:cs typeface="Dotum"/>
            </a:endParaRPr>
          </a:p>
        </p:txBody>
      </p:sp>
      <p:grpSp>
        <p:nvGrpSpPr>
          <p:cNvPr id="104" name="object 104"/>
          <p:cNvGrpSpPr/>
          <p:nvPr/>
        </p:nvGrpSpPr>
        <p:grpSpPr>
          <a:xfrm>
            <a:off x="457199" y="639365"/>
            <a:ext cx="11430000" cy="5990033"/>
            <a:chOff x="457199" y="639365"/>
            <a:chExt cx="11430000" cy="5990033"/>
          </a:xfrm>
        </p:grpSpPr>
        <p:pic>
          <p:nvPicPr>
            <p:cNvPr id="105" name="object 10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321272" y="4962519"/>
              <a:ext cx="178603" cy="190212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57199" y="791765"/>
              <a:ext cx="150018" cy="150018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410514" y="639365"/>
              <a:ext cx="171885" cy="150052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582399" y="6038849"/>
              <a:ext cx="150018" cy="171449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57199" y="6553199"/>
              <a:ext cx="76200" cy="76199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09599" y="6553199"/>
              <a:ext cx="76200" cy="76199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1725274" y="6421890"/>
              <a:ext cx="161925" cy="161924"/>
            </a:xfrm>
            <a:prstGeom prst="rect">
              <a:avLst/>
            </a:prstGeom>
          </p:spPr>
        </p:pic>
      </p:grpSp>
      <p:pic>
        <p:nvPicPr>
          <p:cNvPr id="115" name="내용 개체 틀 4">
            <a:extLst>
              <a:ext uri="{FF2B5EF4-FFF2-40B4-BE49-F238E27FC236}">
                <a16:creationId xmlns:a16="http://schemas.microsoft.com/office/drawing/2014/main" id="{573ABD49-FC0C-0F3D-B408-5268427038F5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5317" y="1462394"/>
            <a:ext cx="7232909" cy="41478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2" y="-1586"/>
            <a:ext cx="12191999" cy="685799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505846" y="164655"/>
            <a:ext cx="173863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-484" dirty="0"/>
              <a:t>음악</a:t>
            </a:r>
            <a:r>
              <a:rPr sz="2550" spc="-320" dirty="0"/>
              <a:t> </a:t>
            </a:r>
            <a:r>
              <a:rPr sz="2550" spc="-484" dirty="0"/>
              <a:t>추천</a:t>
            </a:r>
            <a:r>
              <a:rPr sz="2550" spc="-320" dirty="0"/>
              <a:t> </a:t>
            </a:r>
            <a:r>
              <a:rPr sz="2550" spc="-509" dirty="0"/>
              <a:t>화면</a:t>
            </a:r>
            <a:endParaRPr sz="2550"/>
          </a:p>
        </p:txBody>
      </p:sp>
      <p:grpSp>
        <p:nvGrpSpPr>
          <p:cNvPr id="7" name="object 7"/>
          <p:cNvGrpSpPr/>
          <p:nvPr/>
        </p:nvGrpSpPr>
        <p:grpSpPr>
          <a:xfrm>
            <a:off x="4972049" y="685799"/>
            <a:ext cx="2247900" cy="361950"/>
            <a:chOff x="4972049" y="685799"/>
            <a:chExt cx="2247900" cy="36195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72049" y="685799"/>
              <a:ext cx="2247899" cy="36194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972049" y="685799"/>
              <a:ext cx="2247900" cy="361950"/>
            </a:xfrm>
            <a:custGeom>
              <a:avLst/>
              <a:gdLst/>
              <a:ahLst/>
              <a:cxnLst/>
              <a:rect l="l" t="t" r="r" b="b"/>
              <a:pathLst>
                <a:path w="2247900" h="361950">
                  <a:moveTo>
                    <a:pt x="2171699" y="361949"/>
                  </a:moveTo>
                  <a:lnTo>
                    <a:pt x="76199" y="361949"/>
                  </a:lnTo>
                  <a:lnTo>
                    <a:pt x="68693" y="361587"/>
                  </a:lnTo>
                  <a:lnTo>
                    <a:pt x="27881" y="344682"/>
                  </a:lnTo>
                  <a:lnTo>
                    <a:pt x="3262" y="307836"/>
                  </a:lnTo>
                  <a:lnTo>
                    <a:pt x="0" y="28574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2171699" y="0"/>
                  </a:lnTo>
                  <a:lnTo>
                    <a:pt x="2208519" y="9524"/>
                  </a:lnTo>
                  <a:lnTo>
                    <a:pt x="71821" y="9524"/>
                  </a:lnTo>
                  <a:lnTo>
                    <a:pt x="67485" y="9951"/>
                  </a:lnTo>
                  <a:lnTo>
                    <a:pt x="32148" y="25957"/>
                  </a:lnTo>
                  <a:lnTo>
                    <a:pt x="11659" y="58898"/>
                  </a:lnTo>
                  <a:lnTo>
                    <a:pt x="9524" y="71821"/>
                  </a:lnTo>
                  <a:lnTo>
                    <a:pt x="9524" y="290127"/>
                  </a:lnTo>
                  <a:lnTo>
                    <a:pt x="23193" y="326432"/>
                  </a:lnTo>
                  <a:lnTo>
                    <a:pt x="54728" y="349024"/>
                  </a:lnTo>
                  <a:lnTo>
                    <a:pt x="71821" y="352424"/>
                  </a:lnTo>
                  <a:lnTo>
                    <a:pt x="2208519" y="352424"/>
                  </a:lnTo>
                  <a:lnTo>
                    <a:pt x="2207655" y="352941"/>
                  </a:lnTo>
                  <a:lnTo>
                    <a:pt x="2200859" y="356149"/>
                  </a:lnTo>
                  <a:lnTo>
                    <a:pt x="2193785" y="358687"/>
                  </a:lnTo>
                  <a:lnTo>
                    <a:pt x="2186567" y="360499"/>
                  </a:lnTo>
                  <a:lnTo>
                    <a:pt x="2179205" y="361587"/>
                  </a:lnTo>
                  <a:lnTo>
                    <a:pt x="2171699" y="361949"/>
                  </a:lnTo>
                  <a:close/>
                </a:path>
                <a:path w="2247900" h="361950">
                  <a:moveTo>
                    <a:pt x="2208519" y="352424"/>
                  </a:moveTo>
                  <a:lnTo>
                    <a:pt x="2176077" y="352424"/>
                  </a:lnTo>
                  <a:lnTo>
                    <a:pt x="2180413" y="351997"/>
                  </a:lnTo>
                  <a:lnTo>
                    <a:pt x="2189000" y="350289"/>
                  </a:lnTo>
                  <a:lnTo>
                    <a:pt x="2221940" y="329800"/>
                  </a:lnTo>
                  <a:lnTo>
                    <a:pt x="2237946" y="294463"/>
                  </a:lnTo>
                  <a:lnTo>
                    <a:pt x="2238373" y="290127"/>
                  </a:lnTo>
                  <a:lnTo>
                    <a:pt x="2238373" y="71821"/>
                  </a:lnTo>
                  <a:lnTo>
                    <a:pt x="2224704" y="35517"/>
                  </a:lnTo>
                  <a:lnTo>
                    <a:pt x="2192856" y="12829"/>
                  </a:lnTo>
                  <a:lnTo>
                    <a:pt x="2176077" y="9524"/>
                  </a:lnTo>
                  <a:lnTo>
                    <a:pt x="2208519" y="9524"/>
                  </a:lnTo>
                  <a:lnTo>
                    <a:pt x="2238890" y="40243"/>
                  </a:lnTo>
                  <a:lnTo>
                    <a:pt x="2247899" y="285749"/>
                  </a:lnTo>
                  <a:lnTo>
                    <a:pt x="2247537" y="293256"/>
                  </a:lnTo>
                  <a:lnTo>
                    <a:pt x="2230632" y="334067"/>
                  </a:lnTo>
                  <a:lnTo>
                    <a:pt x="2214168" y="349024"/>
                  </a:lnTo>
                  <a:lnTo>
                    <a:pt x="2208519" y="352424"/>
                  </a:lnTo>
                  <a:close/>
                </a:path>
              </a:pathLst>
            </a:custGeom>
            <a:solidFill>
              <a:srgbClr val="00F5FF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3167" y="789611"/>
              <a:ext cx="168302" cy="135277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5444482" y="747716"/>
            <a:ext cx="1626235" cy="1865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00" spc="-35" dirty="0">
                <a:solidFill>
                  <a:schemeClr val="bg1"/>
                </a:solidFill>
                <a:latin typeface="Lucida Console"/>
                <a:cs typeface="Lucida Console"/>
              </a:rPr>
              <a:t>recommend_result.php</a:t>
            </a:r>
            <a:endParaRPr sz="1100" dirty="0">
              <a:solidFill>
                <a:schemeClr val="bg1"/>
              </a:solidFill>
              <a:latin typeface="Lucida Console"/>
              <a:cs typeface="Lucida Console"/>
            </a:endParaRPr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7650" y="1934592"/>
            <a:ext cx="104768" cy="152399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381000" y="1238249"/>
            <a:ext cx="2133600" cy="2686050"/>
            <a:chOff x="381000" y="1238249"/>
            <a:chExt cx="2133600" cy="2686050"/>
          </a:xfrm>
        </p:grpSpPr>
        <p:sp>
          <p:nvSpPr>
            <p:cNvPr id="20" name="object 20"/>
            <p:cNvSpPr/>
            <p:nvPr/>
          </p:nvSpPr>
          <p:spPr>
            <a:xfrm>
              <a:off x="381000" y="1238249"/>
              <a:ext cx="2133600" cy="2686050"/>
            </a:xfrm>
            <a:custGeom>
              <a:avLst/>
              <a:gdLst/>
              <a:ahLst/>
              <a:cxnLst/>
              <a:rect l="l" t="t" r="r" b="b"/>
              <a:pathLst>
                <a:path w="2133600" h="2686050">
                  <a:moveTo>
                    <a:pt x="2019299" y="2686049"/>
                  </a:moveTo>
                  <a:lnTo>
                    <a:pt x="114299" y="2686049"/>
                  </a:lnTo>
                  <a:lnTo>
                    <a:pt x="103040" y="2685506"/>
                  </a:lnTo>
                  <a:lnTo>
                    <a:pt x="60364" y="2672537"/>
                  </a:lnTo>
                  <a:lnTo>
                    <a:pt x="25900" y="2644225"/>
                  </a:lnTo>
                  <a:lnTo>
                    <a:pt x="4894" y="2604879"/>
                  </a:lnTo>
                  <a:lnTo>
                    <a:pt x="0" y="257174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2019299" y="0"/>
                  </a:lnTo>
                  <a:lnTo>
                    <a:pt x="2063040" y="8700"/>
                  </a:lnTo>
                  <a:lnTo>
                    <a:pt x="2100122" y="33477"/>
                  </a:lnTo>
                  <a:lnTo>
                    <a:pt x="2124898" y="70559"/>
                  </a:lnTo>
                  <a:lnTo>
                    <a:pt x="2133599" y="114299"/>
                  </a:lnTo>
                  <a:lnTo>
                    <a:pt x="2133599" y="2571749"/>
                  </a:lnTo>
                  <a:lnTo>
                    <a:pt x="2124898" y="2615490"/>
                  </a:lnTo>
                  <a:lnTo>
                    <a:pt x="2100122" y="2652572"/>
                  </a:lnTo>
                  <a:lnTo>
                    <a:pt x="2063039" y="2677349"/>
                  </a:lnTo>
                  <a:lnTo>
                    <a:pt x="2019299" y="2686049"/>
                  </a:lnTo>
                  <a:close/>
                </a:path>
              </a:pathLst>
            </a:custGeom>
            <a:solidFill>
              <a:srgbClr val="1F2937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1000" y="1238249"/>
              <a:ext cx="2133600" cy="2686050"/>
            </a:xfrm>
            <a:custGeom>
              <a:avLst/>
              <a:gdLst/>
              <a:ahLst/>
              <a:cxnLst/>
              <a:rect l="l" t="t" r="r" b="b"/>
              <a:pathLst>
                <a:path w="2133600" h="2686050">
                  <a:moveTo>
                    <a:pt x="2019299" y="2686049"/>
                  </a:moveTo>
                  <a:lnTo>
                    <a:pt x="114299" y="2686049"/>
                  </a:lnTo>
                  <a:lnTo>
                    <a:pt x="103040" y="2685506"/>
                  </a:lnTo>
                  <a:lnTo>
                    <a:pt x="60364" y="2672537"/>
                  </a:lnTo>
                  <a:lnTo>
                    <a:pt x="25900" y="2644225"/>
                  </a:lnTo>
                  <a:lnTo>
                    <a:pt x="4894" y="2604879"/>
                  </a:lnTo>
                  <a:lnTo>
                    <a:pt x="0" y="257174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2019299" y="0"/>
                  </a:lnTo>
                  <a:lnTo>
                    <a:pt x="2030559" y="543"/>
                  </a:lnTo>
                  <a:lnTo>
                    <a:pt x="2041602" y="2175"/>
                  </a:lnTo>
                  <a:lnTo>
                    <a:pt x="2052429" y="4894"/>
                  </a:lnTo>
                  <a:lnTo>
                    <a:pt x="2063040" y="8700"/>
                  </a:lnTo>
                  <a:lnTo>
                    <a:pt x="2064787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2578629"/>
                  </a:lnTo>
                  <a:lnTo>
                    <a:pt x="20133" y="2618201"/>
                  </a:lnTo>
                  <a:lnTo>
                    <a:pt x="45077" y="2650701"/>
                  </a:lnTo>
                  <a:lnTo>
                    <a:pt x="80560" y="2671181"/>
                  </a:lnTo>
                  <a:lnTo>
                    <a:pt x="107420" y="2676524"/>
                  </a:lnTo>
                  <a:lnTo>
                    <a:pt x="2064787" y="2676524"/>
                  </a:lnTo>
                  <a:lnTo>
                    <a:pt x="2063039" y="2677349"/>
                  </a:lnTo>
                  <a:lnTo>
                    <a:pt x="2052429" y="2681155"/>
                  </a:lnTo>
                  <a:lnTo>
                    <a:pt x="2041602" y="2683874"/>
                  </a:lnTo>
                  <a:lnTo>
                    <a:pt x="2030558" y="2685506"/>
                  </a:lnTo>
                  <a:lnTo>
                    <a:pt x="2019299" y="2686049"/>
                  </a:lnTo>
                  <a:close/>
                </a:path>
                <a:path w="2133600" h="2686050">
                  <a:moveTo>
                    <a:pt x="2064787" y="2676524"/>
                  </a:moveTo>
                  <a:lnTo>
                    <a:pt x="2026179" y="2676524"/>
                  </a:lnTo>
                  <a:lnTo>
                    <a:pt x="2032992" y="2675853"/>
                  </a:lnTo>
                  <a:lnTo>
                    <a:pt x="2046487" y="2673169"/>
                  </a:lnTo>
                  <a:lnTo>
                    <a:pt x="2083229" y="2655044"/>
                  </a:lnTo>
                  <a:lnTo>
                    <a:pt x="2110238" y="2624239"/>
                  </a:lnTo>
                  <a:lnTo>
                    <a:pt x="2123403" y="2585442"/>
                  </a:lnTo>
                  <a:lnTo>
                    <a:pt x="2124074" y="2578629"/>
                  </a:lnTo>
                  <a:lnTo>
                    <a:pt x="2124074" y="107420"/>
                  </a:lnTo>
                  <a:lnTo>
                    <a:pt x="2113466" y="67848"/>
                  </a:lnTo>
                  <a:lnTo>
                    <a:pt x="2088522" y="35348"/>
                  </a:lnTo>
                  <a:lnTo>
                    <a:pt x="2053039" y="14867"/>
                  </a:lnTo>
                  <a:lnTo>
                    <a:pt x="2026179" y="9524"/>
                  </a:lnTo>
                  <a:lnTo>
                    <a:pt x="2064787" y="9524"/>
                  </a:lnTo>
                  <a:lnTo>
                    <a:pt x="2100122" y="33477"/>
                  </a:lnTo>
                  <a:lnTo>
                    <a:pt x="2124899" y="70559"/>
                  </a:lnTo>
                  <a:lnTo>
                    <a:pt x="2133599" y="114299"/>
                  </a:lnTo>
                  <a:lnTo>
                    <a:pt x="2133599" y="2571749"/>
                  </a:lnTo>
                  <a:lnTo>
                    <a:pt x="2133056" y="2583009"/>
                  </a:lnTo>
                  <a:lnTo>
                    <a:pt x="2120087" y="2625684"/>
                  </a:lnTo>
                  <a:lnTo>
                    <a:pt x="2091775" y="2660149"/>
                  </a:lnTo>
                  <a:lnTo>
                    <a:pt x="2073234" y="2672537"/>
                  </a:lnTo>
                  <a:lnTo>
                    <a:pt x="2064787" y="2676524"/>
                  </a:lnTo>
                  <a:close/>
                </a:path>
              </a:pathLst>
            </a:custGeom>
            <a:solidFill>
              <a:srgbClr val="4A5462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2924" y="1933574"/>
              <a:ext cx="1809749" cy="22859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2924" y="2466974"/>
              <a:ext cx="1809749" cy="22859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42912" y="3000374"/>
              <a:ext cx="1809750" cy="762000"/>
            </a:xfrm>
            <a:custGeom>
              <a:avLst/>
              <a:gdLst/>
              <a:ahLst/>
              <a:cxnLst/>
              <a:rect l="l" t="t" r="r" b="b"/>
              <a:pathLst>
                <a:path w="1809750" h="762000">
                  <a:moveTo>
                    <a:pt x="1809750" y="566458"/>
                  </a:moveTo>
                  <a:lnTo>
                    <a:pt x="1781568" y="534377"/>
                  </a:lnTo>
                  <a:lnTo>
                    <a:pt x="1776704" y="533400"/>
                  </a:lnTo>
                  <a:lnTo>
                    <a:pt x="33058" y="533400"/>
                  </a:lnTo>
                  <a:lnTo>
                    <a:pt x="977" y="561594"/>
                  </a:lnTo>
                  <a:lnTo>
                    <a:pt x="0" y="566458"/>
                  </a:lnTo>
                  <a:lnTo>
                    <a:pt x="0" y="723900"/>
                  </a:lnTo>
                  <a:lnTo>
                    <a:pt x="0" y="728954"/>
                  </a:lnTo>
                  <a:lnTo>
                    <a:pt x="28194" y="761034"/>
                  </a:lnTo>
                  <a:lnTo>
                    <a:pt x="33058" y="762000"/>
                  </a:lnTo>
                  <a:lnTo>
                    <a:pt x="1776704" y="762000"/>
                  </a:lnTo>
                  <a:lnTo>
                    <a:pt x="1808784" y="733818"/>
                  </a:lnTo>
                  <a:lnTo>
                    <a:pt x="1809750" y="728954"/>
                  </a:lnTo>
                  <a:lnTo>
                    <a:pt x="1809750" y="566458"/>
                  </a:lnTo>
                  <a:close/>
                </a:path>
                <a:path w="1809750" h="762000">
                  <a:moveTo>
                    <a:pt x="1809750" y="33058"/>
                  </a:moveTo>
                  <a:lnTo>
                    <a:pt x="1781568" y="977"/>
                  </a:lnTo>
                  <a:lnTo>
                    <a:pt x="1776704" y="0"/>
                  </a:lnTo>
                  <a:lnTo>
                    <a:pt x="33058" y="0"/>
                  </a:lnTo>
                  <a:lnTo>
                    <a:pt x="977" y="28194"/>
                  </a:lnTo>
                  <a:lnTo>
                    <a:pt x="0" y="33058"/>
                  </a:lnTo>
                  <a:lnTo>
                    <a:pt x="0" y="190500"/>
                  </a:lnTo>
                  <a:lnTo>
                    <a:pt x="0" y="195554"/>
                  </a:lnTo>
                  <a:lnTo>
                    <a:pt x="28194" y="227634"/>
                  </a:lnTo>
                  <a:lnTo>
                    <a:pt x="33058" y="228600"/>
                  </a:lnTo>
                  <a:lnTo>
                    <a:pt x="1776704" y="228600"/>
                  </a:lnTo>
                  <a:lnTo>
                    <a:pt x="1808784" y="200418"/>
                  </a:lnTo>
                  <a:lnTo>
                    <a:pt x="1809750" y="195554"/>
                  </a:lnTo>
                  <a:lnTo>
                    <a:pt x="1809750" y="33058"/>
                  </a:lnTo>
                  <a:close/>
                </a:path>
              </a:pathLst>
            </a:custGeom>
            <a:solidFill>
              <a:srgbClr val="4A54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2924" y="1415057"/>
              <a:ext cx="171449" cy="160734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777874" y="1377530"/>
            <a:ext cx="112712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40" dirty="0" err="1">
                <a:solidFill>
                  <a:srgbClr val="FFFFFF"/>
                </a:solidFill>
                <a:latin typeface="Dotum"/>
                <a:cs typeface="Dotum"/>
              </a:rPr>
              <a:t>사용자</a:t>
            </a:r>
            <a:r>
              <a:rPr sz="1200" spc="-140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sz="1200" spc="-204" dirty="0" err="1">
                <a:solidFill>
                  <a:srgbClr val="FFFFFF"/>
                </a:solidFill>
                <a:latin typeface="Dotum"/>
                <a:cs typeface="Dotum"/>
              </a:rPr>
              <a:t>선택</a:t>
            </a:r>
            <a:r>
              <a:rPr lang="en-US" sz="1200" spc="-204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lang="ko-KR" altLang="en-US" sz="1200" spc="-204" dirty="0">
                <a:solidFill>
                  <a:srgbClr val="FFFFFF"/>
                </a:solidFill>
                <a:latin typeface="Dotum"/>
                <a:cs typeface="Dotum"/>
              </a:rPr>
              <a:t>예시</a:t>
            </a:r>
            <a:endParaRPr sz="1200" dirty="0">
              <a:latin typeface="Dotum"/>
              <a:cs typeface="Dotum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30225" y="1677416"/>
            <a:ext cx="236220" cy="1809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00" spc="-145" dirty="0">
                <a:solidFill>
                  <a:srgbClr val="9CA2AF"/>
                </a:solidFill>
                <a:latin typeface="Dotum"/>
                <a:cs typeface="Dotum"/>
              </a:rPr>
              <a:t>활동</a:t>
            </a:r>
            <a:endParaRPr sz="1000">
              <a:latin typeface="Dotum"/>
              <a:cs typeface="Dotum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19200" y="1937543"/>
            <a:ext cx="516255" cy="17632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ko-KR" altLang="en-US" sz="1050" spc="60">
                <a:solidFill>
                  <a:srgbClr val="FFFFFF"/>
                </a:solidFill>
                <a:latin typeface="Segoe UI Symbol"/>
                <a:cs typeface="Segoe UI Symbol"/>
              </a:rPr>
              <a:t>공부 중</a:t>
            </a:r>
            <a:endParaRPr sz="1000" dirty="0">
              <a:latin typeface="Dotum"/>
              <a:cs typeface="Dotum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30225" y="2210816"/>
            <a:ext cx="236220" cy="1809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00" spc="-145" dirty="0">
                <a:solidFill>
                  <a:srgbClr val="9CA2AF"/>
                </a:solidFill>
                <a:latin typeface="Dotum"/>
                <a:cs typeface="Dotum"/>
              </a:rPr>
              <a:t>감정</a:t>
            </a:r>
            <a:endParaRPr sz="1000">
              <a:latin typeface="Dotum"/>
              <a:cs typeface="Dotum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42516" y="2470943"/>
            <a:ext cx="662484" cy="17632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50" dirty="0">
                <a:solidFill>
                  <a:srgbClr val="FFFFFF"/>
                </a:solidFill>
                <a:latin typeface="DejaVu Sans"/>
                <a:cs typeface="DejaVu Sans"/>
              </a:rPr>
              <a:t>😊</a:t>
            </a:r>
            <a:r>
              <a:rPr sz="1050" spc="-6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000" spc="-150" dirty="0">
                <a:solidFill>
                  <a:srgbClr val="FFFFFF"/>
                </a:solidFill>
                <a:latin typeface="Dotum"/>
                <a:cs typeface="Dotum"/>
              </a:rPr>
              <a:t>행복</a:t>
            </a:r>
            <a:endParaRPr sz="1000" dirty="0">
              <a:latin typeface="Dotum"/>
              <a:cs typeface="Dotum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30225" y="2744216"/>
            <a:ext cx="236220" cy="1809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00" spc="-145" dirty="0">
                <a:solidFill>
                  <a:srgbClr val="9CA2AF"/>
                </a:solidFill>
                <a:latin typeface="Dotum"/>
                <a:cs typeface="Dotum"/>
              </a:rPr>
              <a:t>장르</a:t>
            </a:r>
            <a:endParaRPr sz="1000">
              <a:latin typeface="Dotum"/>
              <a:cs typeface="Dotum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72418" y="3004343"/>
            <a:ext cx="551180" cy="17632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50" spc="60" dirty="0">
                <a:solidFill>
                  <a:srgbClr val="FFFFFF"/>
                </a:solidFill>
                <a:latin typeface="Segoe UI Symbol"/>
                <a:cs typeface="Segoe UI Symbol"/>
              </a:rPr>
              <a:t>🎵</a:t>
            </a:r>
            <a:r>
              <a:rPr sz="1050" spc="-2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lang="ko-KR" altLang="en-US" sz="950" spc="-105" dirty="0">
                <a:solidFill>
                  <a:srgbClr val="FFFFFF"/>
                </a:solidFill>
                <a:latin typeface="Helvetica Neue World"/>
                <a:cs typeface="Segoe UI Symbol"/>
              </a:rPr>
              <a:t>발라드</a:t>
            </a:r>
            <a:endParaRPr sz="950" dirty="0">
              <a:latin typeface="Helvetica Neue World"/>
              <a:cs typeface="Helvetica Neue World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30225" y="3277615"/>
            <a:ext cx="236220" cy="1809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00" spc="-145" dirty="0">
                <a:solidFill>
                  <a:srgbClr val="9CA2AF"/>
                </a:solidFill>
                <a:latin typeface="Dotum"/>
                <a:cs typeface="Dotum"/>
              </a:rPr>
              <a:t>국가</a:t>
            </a:r>
            <a:endParaRPr sz="1000">
              <a:latin typeface="Dotum"/>
              <a:cs typeface="Dotum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242516" y="3537743"/>
            <a:ext cx="410845" cy="17632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50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00" dirty="0">
                <a:solidFill>
                  <a:srgbClr val="FFFFFF"/>
                </a:solidFill>
                <a:latin typeface="Dotum"/>
                <a:cs typeface="Dotum"/>
              </a:rPr>
              <a:t>국내</a:t>
            </a:r>
            <a:endParaRPr sz="1000" dirty="0">
              <a:latin typeface="Dotum"/>
              <a:cs typeface="Dotum"/>
            </a:endParaRPr>
          </a:p>
        </p:txBody>
      </p:sp>
      <p:pic>
        <p:nvPicPr>
          <p:cNvPr id="56" name="object 5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499871" y="3544490"/>
            <a:ext cx="92868" cy="92868"/>
          </a:xfrm>
          <a:prstGeom prst="rect">
            <a:avLst/>
          </a:prstGeom>
        </p:spPr>
      </p:pic>
      <p:grpSp>
        <p:nvGrpSpPr>
          <p:cNvPr id="66" name="object 66"/>
          <p:cNvGrpSpPr/>
          <p:nvPr/>
        </p:nvGrpSpPr>
        <p:grpSpPr>
          <a:xfrm>
            <a:off x="3086099" y="4943117"/>
            <a:ext cx="5506640" cy="114657"/>
            <a:chOff x="3086099" y="4943117"/>
            <a:chExt cx="5506640" cy="114657"/>
          </a:xfrm>
        </p:grpSpPr>
        <p:pic>
          <p:nvPicPr>
            <p:cNvPr id="68" name="object 6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86099" y="4943117"/>
              <a:ext cx="114300" cy="114657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99871" y="4954190"/>
              <a:ext cx="92868" cy="92868"/>
            </a:xfrm>
            <a:prstGeom prst="rect">
              <a:avLst/>
            </a:prstGeom>
          </p:spPr>
        </p:pic>
      </p:grpSp>
      <p:grpSp>
        <p:nvGrpSpPr>
          <p:cNvPr id="73" name="object 73"/>
          <p:cNvGrpSpPr/>
          <p:nvPr/>
        </p:nvGrpSpPr>
        <p:grpSpPr>
          <a:xfrm>
            <a:off x="9677399" y="1238249"/>
            <a:ext cx="2133600" cy="1335120"/>
            <a:chOff x="9677399" y="1238249"/>
            <a:chExt cx="2133600" cy="1466850"/>
          </a:xfrm>
        </p:grpSpPr>
        <p:sp>
          <p:nvSpPr>
            <p:cNvPr id="76" name="object 76"/>
            <p:cNvSpPr/>
            <p:nvPr/>
          </p:nvSpPr>
          <p:spPr>
            <a:xfrm>
              <a:off x="9677399" y="1238249"/>
              <a:ext cx="2133600" cy="1466850"/>
            </a:xfrm>
            <a:custGeom>
              <a:avLst/>
              <a:gdLst/>
              <a:ahLst/>
              <a:cxnLst/>
              <a:rect l="l" t="t" r="r" b="b"/>
              <a:pathLst>
                <a:path w="2133600" h="1466850">
                  <a:moveTo>
                    <a:pt x="2019299" y="1466849"/>
                  </a:moveTo>
                  <a:lnTo>
                    <a:pt x="114299" y="1466849"/>
                  </a:lnTo>
                  <a:lnTo>
                    <a:pt x="103040" y="1466306"/>
                  </a:lnTo>
                  <a:lnTo>
                    <a:pt x="60364" y="1453337"/>
                  </a:lnTo>
                  <a:lnTo>
                    <a:pt x="25900" y="1425025"/>
                  </a:lnTo>
                  <a:lnTo>
                    <a:pt x="4894" y="1385679"/>
                  </a:lnTo>
                  <a:lnTo>
                    <a:pt x="0" y="135254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2019299" y="0"/>
                  </a:lnTo>
                  <a:lnTo>
                    <a:pt x="2063040" y="8700"/>
                  </a:lnTo>
                  <a:lnTo>
                    <a:pt x="2100122" y="33477"/>
                  </a:lnTo>
                  <a:lnTo>
                    <a:pt x="2124898" y="70559"/>
                  </a:lnTo>
                  <a:lnTo>
                    <a:pt x="2133599" y="114299"/>
                  </a:lnTo>
                  <a:lnTo>
                    <a:pt x="2133599" y="1352549"/>
                  </a:lnTo>
                  <a:lnTo>
                    <a:pt x="2124898" y="1396290"/>
                  </a:lnTo>
                  <a:lnTo>
                    <a:pt x="2100122" y="1433372"/>
                  </a:lnTo>
                  <a:lnTo>
                    <a:pt x="2063039" y="1458149"/>
                  </a:lnTo>
                  <a:lnTo>
                    <a:pt x="2019299" y="1466849"/>
                  </a:lnTo>
                  <a:close/>
                </a:path>
              </a:pathLst>
            </a:custGeom>
            <a:solidFill>
              <a:srgbClr val="1F2937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9677399" y="1238249"/>
              <a:ext cx="2133600" cy="1466850"/>
            </a:xfrm>
            <a:custGeom>
              <a:avLst/>
              <a:gdLst/>
              <a:ahLst/>
              <a:cxnLst/>
              <a:rect l="l" t="t" r="r" b="b"/>
              <a:pathLst>
                <a:path w="2133600" h="1466850">
                  <a:moveTo>
                    <a:pt x="2019299" y="1466849"/>
                  </a:moveTo>
                  <a:lnTo>
                    <a:pt x="114299" y="1466849"/>
                  </a:lnTo>
                  <a:lnTo>
                    <a:pt x="103040" y="1466306"/>
                  </a:lnTo>
                  <a:lnTo>
                    <a:pt x="60364" y="1453337"/>
                  </a:lnTo>
                  <a:lnTo>
                    <a:pt x="25900" y="1425025"/>
                  </a:lnTo>
                  <a:lnTo>
                    <a:pt x="4894" y="1385679"/>
                  </a:lnTo>
                  <a:lnTo>
                    <a:pt x="0" y="135254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2019299" y="0"/>
                  </a:lnTo>
                  <a:lnTo>
                    <a:pt x="2030559" y="543"/>
                  </a:lnTo>
                  <a:lnTo>
                    <a:pt x="2041602" y="2175"/>
                  </a:lnTo>
                  <a:lnTo>
                    <a:pt x="2052429" y="4894"/>
                  </a:lnTo>
                  <a:lnTo>
                    <a:pt x="2063040" y="8700"/>
                  </a:lnTo>
                  <a:lnTo>
                    <a:pt x="2064787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1359429"/>
                  </a:lnTo>
                  <a:lnTo>
                    <a:pt x="20133" y="1399001"/>
                  </a:lnTo>
                  <a:lnTo>
                    <a:pt x="45077" y="1431501"/>
                  </a:lnTo>
                  <a:lnTo>
                    <a:pt x="80560" y="1451981"/>
                  </a:lnTo>
                  <a:lnTo>
                    <a:pt x="107420" y="1457324"/>
                  </a:lnTo>
                  <a:lnTo>
                    <a:pt x="2064787" y="1457324"/>
                  </a:lnTo>
                  <a:lnTo>
                    <a:pt x="2063040" y="1458149"/>
                  </a:lnTo>
                  <a:lnTo>
                    <a:pt x="2052429" y="1461955"/>
                  </a:lnTo>
                  <a:lnTo>
                    <a:pt x="2041602" y="1464674"/>
                  </a:lnTo>
                  <a:lnTo>
                    <a:pt x="2030559" y="1466306"/>
                  </a:lnTo>
                  <a:lnTo>
                    <a:pt x="2019299" y="1466849"/>
                  </a:lnTo>
                  <a:close/>
                </a:path>
                <a:path w="2133600" h="1466850">
                  <a:moveTo>
                    <a:pt x="2064787" y="1457324"/>
                  </a:moveTo>
                  <a:lnTo>
                    <a:pt x="2026179" y="1457324"/>
                  </a:lnTo>
                  <a:lnTo>
                    <a:pt x="2032992" y="1456653"/>
                  </a:lnTo>
                  <a:lnTo>
                    <a:pt x="2046487" y="1453969"/>
                  </a:lnTo>
                  <a:lnTo>
                    <a:pt x="2083229" y="1435844"/>
                  </a:lnTo>
                  <a:lnTo>
                    <a:pt x="2110238" y="1405039"/>
                  </a:lnTo>
                  <a:lnTo>
                    <a:pt x="2123403" y="1366242"/>
                  </a:lnTo>
                  <a:lnTo>
                    <a:pt x="2124074" y="1359429"/>
                  </a:lnTo>
                  <a:lnTo>
                    <a:pt x="2124074" y="107420"/>
                  </a:lnTo>
                  <a:lnTo>
                    <a:pt x="2113466" y="67848"/>
                  </a:lnTo>
                  <a:lnTo>
                    <a:pt x="2088522" y="35348"/>
                  </a:lnTo>
                  <a:lnTo>
                    <a:pt x="2053039" y="14867"/>
                  </a:lnTo>
                  <a:lnTo>
                    <a:pt x="2026179" y="9524"/>
                  </a:lnTo>
                  <a:lnTo>
                    <a:pt x="2064787" y="9524"/>
                  </a:lnTo>
                  <a:lnTo>
                    <a:pt x="2100122" y="33477"/>
                  </a:lnTo>
                  <a:lnTo>
                    <a:pt x="2124899" y="70559"/>
                  </a:lnTo>
                  <a:lnTo>
                    <a:pt x="2133599" y="114299"/>
                  </a:lnTo>
                  <a:lnTo>
                    <a:pt x="2133599" y="1352549"/>
                  </a:lnTo>
                  <a:lnTo>
                    <a:pt x="2133056" y="1363809"/>
                  </a:lnTo>
                  <a:lnTo>
                    <a:pt x="2120087" y="1406485"/>
                  </a:lnTo>
                  <a:lnTo>
                    <a:pt x="2091775" y="1440949"/>
                  </a:lnTo>
                  <a:lnTo>
                    <a:pt x="2073234" y="1453337"/>
                  </a:lnTo>
                  <a:lnTo>
                    <a:pt x="2064787" y="1457324"/>
                  </a:lnTo>
                  <a:close/>
                </a:path>
              </a:pathLst>
            </a:custGeom>
            <a:solidFill>
              <a:srgbClr val="4A5462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839349" y="1409725"/>
              <a:ext cx="171398" cy="171399"/>
            </a:xfrm>
            <a:prstGeom prst="rect">
              <a:avLst/>
            </a:prstGeom>
          </p:spPr>
        </p:pic>
      </p:grpSp>
      <p:sp>
        <p:nvSpPr>
          <p:cNvPr id="79" name="object 79"/>
          <p:cNvSpPr txBox="1"/>
          <p:nvPr/>
        </p:nvSpPr>
        <p:spPr>
          <a:xfrm>
            <a:off x="10074274" y="1377530"/>
            <a:ext cx="5499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40" dirty="0">
                <a:solidFill>
                  <a:srgbClr val="FFFFFF"/>
                </a:solidFill>
                <a:latin typeface="Dotum"/>
                <a:cs typeface="Dotum"/>
              </a:rPr>
              <a:t>핵심</a:t>
            </a:r>
            <a:r>
              <a:rPr sz="1200" spc="-140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sz="1200" spc="-200" dirty="0">
                <a:solidFill>
                  <a:srgbClr val="FFFFFF"/>
                </a:solidFill>
                <a:latin typeface="Dotum"/>
                <a:cs typeface="Dotum"/>
              </a:rPr>
              <a:t>기능</a:t>
            </a:r>
            <a:endParaRPr sz="1200" dirty="0">
              <a:latin typeface="Dotum"/>
              <a:cs typeface="Dotum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9677399" y="1744764"/>
            <a:ext cx="2133600" cy="2503385"/>
            <a:chOff x="9677399" y="1744764"/>
            <a:chExt cx="2133600" cy="2503385"/>
          </a:xfrm>
        </p:grpSpPr>
        <p:pic>
          <p:nvPicPr>
            <p:cNvPr id="81" name="object 8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838609" y="1744764"/>
              <a:ext cx="101418" cy="72843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838609" y="1973364"/>
              <a:ext cx="101418" cy="72843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838609" y="2201964"/>
              <a:ext cx="101418" cy="72843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9677399" y="2857499"/>
              <a:ext cx="2133600" cy="1390650"/>
            </a:xfrm>
            <a:custGeom>
              <a:avLst/>
              <a:gdLst/>
              <a:ahLst/>
              <a:cxnLst/>
              <a:rect l="l" t="t" r="r" b="b"/>
              <a:pathLst>
                <a:path w="2133600" h="1390650">
                  <a:moveTo>
                    <a:pt x="2019299" y="1390649"/>
                  </a:moveTo>
                  <a:lnTo>
                    <a:pt x="114299" y="1390649"/>
                  </a:lnTo>
                  <a:lnTo>
                    <a:pt x="103040" y="1390106"/>
                  </a:lnTo>
                  <a:lnTo>
                    <a:pt x="60364" y="1377137"/>
                  </a:lnTo>
                  <a:lnTo>
                    <a:pt x="25900" y="1348825"/>
                  </a:lnTo>
                  <a:lnTo>
                    <a:pt x="4894" y="1309479"/>
                  </a:lnTo>
                  <a:lnTo>
                    <a:pt x="0" y="127634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2019299" y="0"/>
                  </a:lnTo>
                  <a:lnTo>
                    <a:pt x="2063040" y="8700"/>
                  </a:lnTo>
                  <a:lnTo>
                    <a:pt x="2100122" y="33477"/>
                  </a:lnTo>
                  <a:lnTo>
                    <a:pt x="2124898" y="70559"/>
                  </a:lnTo>
                  <a:lnTo>
                    <a:pt x="2133599" y="114299"/>
                  </a:lnTo>
                  <a:lnTo>
                    <a:pt x="2133599" y="1276349"/>
                  </a:lnTo>
                  <a:lnTo>
                    <a:pt x="2124898" y="1320090"/>
                  </a:lnTo>
                  <a:lnTo>
                    <a:pt x="2100122" y="1357172"/>
                  </a:lnTo>
                  <a:lnTo>
                    <a:pt x="2063040" y="1381949"/>
                  </a:lnTo>
                  <a:lnTo>
                    <a:pt x="2019299" y="1390649"/>
                  </a:lnTo>
                  <a:close/>
                </a:path>
              </a:pathLst>
            </a:custGeom>
            <a:solidFill>
              <a:srgbClr val="1F2937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9677399" y="2857499"/>
              <a:ext cx="2133600" cy="1390650"/>
            </a:xfrm>
            <a:custGeom>
              <a:avLst/>
              <a:gdLst/>
              <a:ahLst/>
              <a:cxnLst/>
              <a:rect l="l" t="t" r="r" b="b"/>
              <a:pathLst>
                <a:path w="2133600" h="1390650">
                  <a:moveTo>
                    <a:pt x="2019299" y="1390649"/>
                  </a:moveTo>
                  <a:lnTo>
                    <a:pt x="114299" y="1390649"/>
                  </a:lnTo>
                  <a:lnTo>
                    <a:pt x="103040" y="1390106"/>
                  </a:lnTo>
                  <a:lnTo>
                    <a:pt x="60364" y="1377137"/>
                  </a:lnTo>
                  <a:lnTo>
                    <a:pt x="25900" y="1348825"/>
                  </a:lnTo>
                  <a:lnTo>
                    <a:pt x="4894" y="1309479"/>
                  </a:lnTo>
                  <a:lnTo>
                    <a:pt x="0" y="127634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2019299" y="0"/>
                  </a:lnTo>
                  <a:lnTo>
                    <a:pt x="2030559" y="543"/>
                  </a:lnTo>
                  <a:lnTo>
                    <a:pt x="2041602" y="2175"/>
                  </a:lnTo>
                  <a:lnTo>
                    <a:pt x="2052429" y="4894"/>
                  </a:lnTo>
                  <a:lnTo>
                    <a:pt x="2063040" y="8700"/>
                  </a:lnTo>
                  <a:lnTo>
                    <a:pt x="2064787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1283229"/>
                  </a:lnTo>
                  <a:lnTo>
                    <a:pt x="20133" y="1322801"/>
                  </a:lnTo>
                  <a:lnTo>
                    <a:pt x="45077" y="1355301"/>
                  </a:lnTo>
                  <a:lnTo>
                    <a:pt x="80560" y="1375782"/>
                  </a:lnTo>
                  <a:lnTo>
                    <a:pt x="107420" y="1381124"/>
                  </a:lnTo>
                  <a:lnTo>
                    <a:pt x="2064787" y="1381124"/>
                  </a:lnTo>
                  <a:lnTo>
                    <a:pt x="2063040" y="1381949"/>
                  </a:lnTo>
                  <a:lnTo>
                    <a:pt x="2052429" y="1385755"/>
                  </a:lnTo>
                  <a:lnTo>
                    <a:pt x="2041602" y="1388474"/>
                  </a:lnTo>
                  <a:lnTo>
                    <a:pt x="2030559" y="1390106"/>
                  </a:lnTo>
                  <a:lnTo>
                    <a:pt x="2019299" y="1390649"/>
                  </a:lnTo>
                  <a:close/>
                </a:path>
                <a:path w="2133600" h="1390650">
                  <a:moveTo>
                    <a:pt x="2064787" y="1381124"/>
                  </a:moveTo>
                  <a:lnTo>
                    <a:pt x="2026179" y="1381124"/>
                  </a:lnTo>
                  <a:lnTo>
                    <a:pt x="2032992" y="1380453"/>
                  </a:lnTo>
                  <a:lnTo>
                    <a:pt x="2046487" y="1377769"/>
                  </a:lnTo>
                  <a:lnTo>
                    <a:pt x="2083229" y="1359644"/>
                  </a:lnTo>
                  <a:lnTo>
                    <a:pt x="2110238" y="1328839"/>
                  </a:lnTo>
                  <a:lnTo>
                    <a:pt x="2123403" y="1290042"/>
                  </a:lnTo>
                  <a:lnTo>
                    <a:pt x="2124074" y="1283229"/>
                  </a:lnTo>
                  <a:lnTo>
                    <a:pt x="2124074" y="107420"/>
                  </a:lnTo>
                  <a:lnTo>
                    <a:pt x="2113466" y="67848"/>
                  </a:lnTo>
                  <a:lnTo>
                    <a:pt x="2088522" y="35348"/>
                  </a:lnTo>
                  <a:lnTo>
                    <a:pt x="2053039" y="14867"/>
                  </a:lnTo>
                  <a:lnTo>
                    <a:pt x="2026179" y="9524"/>
                  </a:lnTo>
                  <a:lnTo>
                    <a:pt x="2064787" y="9524"/>
                  </a:lnTo>
                  <a:lnTo>
                    <a:pt x="2100122" y="33477"/>
                  </a:lnTo>
                  <a:lnTo>
                    <a:pt x="2124899" y="70559"/>
                  </a:lnTo>
                  <a:lnTo>
                    <a:pt x="2133599" y="114299"/>
                  </a:lnTo>
                  <a:lnTo>
                    <a:pt x="2133599" y="1276349"/>
                  </a:lnTo>
                  <a:lnTo>
                    <a:pt x="2133056" y="1287609"/>
                  </a:lnTo>
                  <a:lnTo>
                    <a:pt x="2120087" y="1330285"/>
                  </a:lnTo>
                  <a:lnTo>
                    <a:pt x="2091775" y="1364749"/>
                  </a:lnTo>
                  <a:lnTo>
                    <a:pt x="2073234" y="1377137"/>
                  </a:lnTo>
                  <a:lnTo>
                    <a:pt x="2064787" y="1381124"/>
                  </a:lnTo>
                  <a:close/>
                </a:path>
              </a:pathLst>
            </a:custGeom>
            <a:solidFill>
              <a:srgbClr val="4A5462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7" name="object 8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839324" y="3028949"/>
              <a:ext cx="150018" cy="171449"/>
            </a:xfrm>
            <a:prstGeom prst="rect">
              <a:avLst/>
            </a:prstGeom>
          </p:spPr>
        </p:pic>
      </p:grpSp>
      <p:sp>
        <p:nvSpPr>
          <p:cNvPr id="88" name="object 88"/>
          <p:cNvSpPr txBox="1"/>
          <p:nvPr/>
        </p:nvSpPr>
        <p:spPr>
          <a:xfrm>
            <a:off x="10002836" y="1677416"/>
            <a:ext cx="583565" cy="1809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00" spc="-180" dirty="0">
                <a:solidFill>
                  <a:srgbClr val="D0D5DA"/>
                </a:solidFill>
                <a:latin typeface="Dotum"/>
                <a:cs typeface="Dotum"/>
              </a:rPr>
              <a:t>맞춤형</a:t>
            </a:r>
            <a:r>
              <a:rPr sz="1000" spc="-85" dirty="0">
                <a:solidFill>
                  <a:srgbClr val="D0D5DA"/>
                </a:solidFill>
                <a:latin typeface="Dotum"/>
                <a:cs typeface="Dotum"/>
              </a:rPr>
              <a:t> </a:t>
            </a:r>
            <a:r>
              <a:rPr sz="1000" spc="-140" dirty="0">
                <a:solidFill>
                  <a:srgbClr val="D0D5DA"/>
                </a:solidFill>
                <a:latin typeface="Dotum"/>
                <a:cs typeface="Dotum"/>
              </a:rPr>
              <a:t>추천</a:t>
            </a:r>
            <a:endParaRPr sz="1000">
              <a:latin typeface="Dotum"/>
              <a:cs typeface="Dotum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0002836" y="1906016"/>
            <a:ext cx="826135" cy="1686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ko-KR" altLang="en-US" sz="1000" spc="-180" dirty="0">
                <a:solidFill>
                  <a:srgbClr val="D0D5DA"/>
                </a:solidFill>
                <a:latin typeface="Dotum"/>
                <a:cs typeface="Dotum"/>
              </a:rPr>
              <a:t>여러</a:t>
            </a:r>
            <a:r>
              <a:rPr sz="1000" spc="-85" dirty="0">
                <a:solidFill>
                  <a:srgbClr val="D0D5DA"/>
                </a:solidFill>
                <a:latin typeface="Dotum"/>
                <a:cs typeface="Dotum"/>
              </a:rPr>
              <a:t> </a:t>
            </a:r>
            <a:r>
              <a:rPr sz="1000" spc="-180" dirty="0">
                <a:solidFill>
                  <a:srgbClr val="D0D5DA"/>
                </a:solidFill>
                <a:latin typeface="Dotum"/>
                <a:cs typeface="Dotum"/>
              </a:rPr>
              <a:t>조건</a:t>
            </a:r>
            <a:r>
              <a:rPr sz="1000" spc="-85" dirty="0">
                <a:solidFill>
                  <a:srgbClr val="D0D5DA"/>
                </a:solidFill>
                <a:latin typeface="Dotum"/>
                <a:cs typeface="Dotum"/>
              </a:rPr>
              <a:t> </a:t>
            </a:r>
            <a:r>
              <a:rPr sz="1000" spc="-150" dirty="0">
                <a:solidFill>
                  <a:srgbClr val="D0D5DA"/>
                </a:solidFill>
                <a:latin typeface="Dotum"/>
                <a:cs typeface="Dotum"/>
              </a:rPr>
              <a:t>필터링</a:t>
            </a:r>
            <a:endParaRPr sz="1000" dirty="0">
              <a:latin typeface="Dotum"/>
              <a:cs typeface="Dotum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0002836" y="2134616"/>
            <a:ext cx="965201" cy="1686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00" spc="-180" dirty="0" err="1">
                <a:solidFill>
                  <a:srgbClr val="D0D5DA"/>
                </a:solidFill>
                <a:latin typeface="Dotum"/>
                <a:cs typeface="Dotum"/>
              </a:rPr>
              <a:t>피드</a:t>
            </a:r>
            <a:r>
              <a:rPr sz="1000" spc="-85" dirty="0">
                <a:solidFill>
                  <a:srgbClr val="D0D5DA"/>
                </a:solidFill>
                <a:latin typeface="Dotum"/>
                <a:cs typeface="Dotum"/>
              </a:rPr>
              <a:t> </a:t>
            </a:r>
            <a:r>
              <a:rPr sz="1000" spc="-130" dirty="0" err="1">
                <a:solidFill>
                  <a:srgbClr val="D0D5DA"/>
                </a:solidFill>
                <a:latin typeface="Dotum"/>
                <a:cs typeface="Dotum"/>
              </a:rPr>
              <a:t>추가</a:t>
            </a:r>
            <a:r>
              <a:rPr lang="en-US" sz="1000" spc="-130" dirty="0">
                <a:solidFill>
                  <a:srgbClr val="D0D5DA"/>
                </a:solidFill>
                <a:latin typeface="Dotum"/>
                <a:cs typeface="Dotum"/>
              </a:rPr>
              <a:t> </a:t>
            </a:r>
            <a:r>
              <a:rPr lang="ko-KR" altLang="en-US" sz="1000" spc="-130" dirty="0">
                <a:solidFill>
                  <a:srgbClr val="D0D5DA"/>
                </a:solidFill>
                <a:latin typeface="Dotum"/>
                <a:cs typeface="Dotum"/>
              </a:rPr>
              <a:t>기능</a:t>
            </a:r>
            <a:endParaRPr sz="1000" dirty="0">
              <a:latin typeface="Dotum"/>
              <a:cs typeface="Dotum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9995668" y="2996780"/>
            <a:ext cx="1510532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dirty="0" err="1">
                <a:solidFill>
                  <a:srgbClr val="FFFFFF"/>
                </a:solidFill>
                <a:latin typeface="Dotum"/>
                <a:cs typeface="Dotum"/>
              </a:rPr>
              <a:t>Phpmyadmin</a:t>
            </a:r>
            <a:r>
              <a:rPr lang="en-US" sz="1200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lang="ko-KR" altLang="en-US" sz="1200" dirty="0">
                <a:solidFill>
                  <a:srgbClr val="FFFFFF"/>
                </a:solidFill>
                <a:latin typeface="Dotum"/>
                <a:cs typeface="Dotum"/>
              </a:rPr>
              <a:t>데이터</a:t>
            </a:r>
            <a:endParaRPr sz="1200" dirty="0">
              <a:latin typeface="Dotum"/>
              <a:cs typeface="Dotum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9838610" y="3224533"/>
            <a:ext cx="1862852" cy="550151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0"/>
              </a:spcBef>
            </a:pPr>
            <a:r>
              <a:rPr lang="en-US" sz="1650" b="1" spc="-20" dirty="0">
                <a:solidFill>
                  <a:schemeClr val="bg1"/>
                </a:solidFill>
                <a:latin typeface="Suisse Int'l Bold Italic"/>
                <a:cs typeface="Suisse Int'l Bold Italic"/>
              </a:rPr>
              <a:t>250</a:t>
            </a:r>
            <a:r>
              <a:rPr lang="ko-KR" altLang="en-US" sz="1650" b="1" spc="-20" dirty="0">
                <a:solidFill>
                  <a:schemeClr val="bg1"/>
                </a:solidFill>
                <a:latin typeface="Suisse Int'l Bold Italic"/>
                <a:cs typeface="Suisse Int'l Bold Italic"/>
              </a:rPr>
              <a:t>개의 노래 보유</a:t>
            </a:r>
            <a:endParaRPr sz="1650" dirty="0">
              <a:solidFill>
                <a:schemeClr val="bg1"/>
              </a:solidFill>
              <a:latin typeface="Suisse Int'l Bold Italic"/>
              <a:cs typeface="Suisse Int'l Bold Italic"/>
            </a:endParaRPr>
          </a:p>
          <a:p>
            <a:pPr algn="ctr">
              <a:lnSpc>
                <a:spcPct val="100000"/>
              </a:lnSpc>
              <a:spcBef>
                <a:spcPts val="395"/>
              </a:spcBef>
            </a:pPr>
            <a:r>
              <a:rPr sz="1000" spc="-180" dirty="0">
                <a:solidFill>
                  <a:srgbClr val="9CA2AF"/>
                </a:solidFill>
                <a:latin typeface="Dotum"/>
                <a:cs typeface="Dotum"/>
              </a:rPr>
              <a:t>샘플</a:t>
            </a:r>
            <a:r>
              <a:rPr sz="1000" spc="-85" dirty="0">
                <a:solidFill>
                  <a:srgbClr val="9CA2AF"/>
                </a:solidFill>
                <a:latin typeface="Dotum"/>
                <a:cs typeface="Dotum"/>
              </a:rPr>
              <a:t> </a:t>
            </a:r>
            <a:r>
              <a:rPr sz="1000" spc="-180" dirty="0" err="1">
                <a:solidFill>
                  <a:srgbClr val="9CA2AF"/>
                </a:solidFill>
                <a:latin typeface="Dotum"/>
                <a:cs typeface="Dotum"/>
              </a:rPr>
              <a:t>음악</a:t>
            </a:r>
            <a:r>
              <a:rPr sz="1000" spc="-85" dirty="0">
                <a:solidFill>
                  <a:srgbClr val="9CA2AF"/>
                </a:solidFill>
                <a:latin typeface="Dotum"/>
                <a:cs typeface="Dotum"/>
              </a:rPr>
              <a:t> </a:t>
            </a:r>
            <a:r>
              <a:rPr sz="1000" spc="-110" dirty="0" err="1">
                <a:solidFill>
                  <a:srgbClr val="9CA2AF"/>
                </a:solidFill>
                <a:latin typeface="Dotum"/>
                <a:cs typeface="Dotum"/>
              </a:rPr>
              <a:t>데이터</a:t>
            </a:r>
            <a:r>
              <a:rPr lang="ko-KR" altLang="en-US" sz="1000" spc="-110" dirty="0">
                <a:solidFill>
                  <a:srgbClr val="9CA2AF"/>
                </a:solidFill>
                <a:latin typeface="Dotum"/>
                <a:cs typeface="Dotum"/>
              </a:rPr>
              <a:t>를 따와서 제작</a:t>
            </a:r>
            <a:endParaRPr sz="1000" dirty="0">
              <a:latin typeface="Dotum"/>
              <a:cs typeface="Dotum"/>
            </a:endParaRPr>
          </a:p>
        </p:txBody>
      </p:sp>
      <p:grpSp>
        <p:nvGrpSpPr>
          <p:cNvPr id="95" name="object 95"/>
          <p:cNvGrpSpPr/>
          <p:nvPr/>
        </p:nvGrpSpPr>
        <p:grpSpPr>
          <a:xfrm>
            <a:off x="9677399" y="4400550"/>
            <a:ext cx="2133600" cy="1009650"/>
            <a:chOff x="9677399" y="4400550"/>
            <a:chExt cx="2133600" cy="1009650"/>
          </a:xfrm>
        </p:grpSpPr>
        <p:sp>
          <p:nvSpPr>
            <p:cNvPr id="96" name="object 96"/>
            <p:cNvSpPr/>
            <p:nvPr/>
          </p:nvSpPr>
          <p:spPr>
            <a:xfrm>
              <a:off x="9677399" y="4400550"/>
              <a:ext cx="2133600" cy="1009650"/>
            </a:xfrm>
            <a:custGeom>
              <a:avLst/>
              <a:gdLst/>
              <a:ahLst/>
              <a:cxnLst/>
              <a:rect l="l" t="t" r="r" b="b"/>
              <a:pathLst>
                <a:path w="2133600" h="1009650">
                  <a:moveTo>
                    <a:pt x="2019299" y="1009649"/>
                  </a:moveTo>
                  <a:lnTo>
                    <a:pt x="114299" y="1009649"/>
                  </a:lnTo>
                  <a:lnTo>
                    <a:pt x="103040" y="1009106"/>
                  </a:lnTo>
                  <a:lnTo>
                    <a:pt x="60364" y="996137"/>
                  </a:lnTo>
                  <a:lnTo>
                    <a:pt x="25900" y="967825"/>
                  </a:lnTo>
                  <a:lnTo>
                    <a:pt x="4894" y="928479"/>
                  </a:lnTo>
                  <a:lnTo>
                    <a:pt x="0" y="89534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2019299" y="0"/>
                  </a:lnTo>
                  <a:lnTo>
                    <a:pt x="2063040" y="8700"/>
                  </a:lnTo>
                  <a:lnTo>
                    <a:pt x="2100122" y="33477"/>
                  </a:lnTo>
                  <a:lnTo>
                    <a:pt x="2124898" y="70559"/>
                  </a:lnTo>
                  <a:lnTo>
                    <a:pt x="2133599" y="114299"/>
                  </a:lnTo>
                  <a:lnTo>
                    <a:pt x="2133599" y="895349"/>
                  </a:lnTo>
                  <a:lnTo>
                    <a:pt x="2124898" y="939090"/>
                  </a:lnTo>
                  <a:lnTo>
                    <a:pt x="2100122" y="976172"/>
                  </a:lnTo>
                  <a:lnTo>
                    <a:pt x="2063040" y="1000949"/>
                  </a:lnTo>
                  <a:lnTo>
                    <a:pt x="2019299" y="1009649"/>
                  </a:lnTo>
                  <a:close/>
                </a:path>
              </a:pathLst>
            </a:custGeom>
            <a:solidFill>
              <a:srgbClr val="1F2937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9677399" y="4400550"/>
              <a:ext cx="2133600" cy="1009650"/>
            </a:xfrm>
            <a:custGeom>
              <a:avLst/>
              <a:gdLst/>
              <a:ahLst/>
              <a:cxnLst/>
              <a:rect l="l" t="t" r="r" b="b"/>
              <a:pathLst>
                <a:path w="2133600" h="1009650">
                  <a:moveTo>
                    <a:pt x="2019299" y="1009649"/>
                  </a:moveTo>
                  <a:lnTo>
                    <a:pt x="114299" y="1009649"/>
                  </a:lnTo>
                  <a:lnTo>
                    <a:pt x="103040" y="1009106"/>
                  </a:lnTo>
                  <a:lnTo>
                    <a:pt x="60364" y="996138"/>
                  </a:lnTo>
                  <a:lnTo>
                    <a:pt x="25900" y="967825"/>
                  </a:lnTo>
                  <a:lnTo>
                    <a:pt x="4894" y="928479"/>
                  </a:lnTo>
                  <a:lnTo>
                    <a:pt x="0" y="89534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2019299" y="0"/>
                  </a:lnTo>
                  <a:lnTo>
                    <a:pt x="2030559" y="543"/>
                  </a:lnTo>
                  <a:lnTo>
                    <a:pt x="2041602" y="2175"/>
                  </a:lnTo>
                  <a:lnTo>
                    <a:pt x="2052429" y="4894"/>
                  </a:lnTo>
                  <a:lnTo>
                    <a:pt x="2063040" y="8700"/>
                  </a:lnTo>
                  <a:lnTo>
                    <a:pt x="2064787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902229"/>
                  </a:lnTo>
                  <a:lnTo>
                    <a:pt x="20133" y="941801"/>
                  </a:lnTo>
                  <a:lnTo>
                    <a:pt x="45077" y="974301"/>
                  </a:lnTo>
                  <a:lnTo>
                    <a:pt x="80560" y="994781"/>
                  </a:lnTo>
                  <a:lnTo>
                    <a:pt x="107420" y="1000124"/>
                  </a:lnTo>
                  <a:lnTo>
                    <a:pt x="2064787" y="1000124"/>
                  </a:lnTo>
                  <a:lnTo>
                    <a:pt x="2063040" y="1000949"/>
                  </a:lnTo>
                  <a:lnTo>
                    <a:pt x="2052429" y="1004755"/>
                  </a:lnTo>
                  <a:lnTo>
                    <a:pt x="2041602" y="1007474"/>
                  </a:lnTo>
                  <a:lnTo>
                    <a:pt x="2030559" y="1009106"/>
                  </a:lnTo>
                  <a:lnTo>
                    <a:pt x="2019299" y="1009649"/>
                  </a:lnTo>
                  <a:close/>
                </a:path>
                <a:path w="2133600" h="1009650">
                  <a:moveTo>
                    <a:pt x="2064787" y="1000124"/>
                  </a:moveTo>
                  <a:lnTo>
                    <a:pt x="2026179" y="1000124"/>
                  </a:lnTo>
                  <a:lnTo>
                    <a:pt x="2032992" y="999453"/>
                  </a:lnTo>
                  <a:lnTo>
                    <a:pt x="2046487" y="996769"/>
                  </a:lnTo>
                  <a:lnTo>
                    <a:pt x="2083229" y="978644"/>
                  </a:lnTo>
                  <a:lnTo>
                    <a:pt x="2110238" y="947839"/>
                  </a:lnTo>
                  <a:lnTo>
                    <a:pt x="2123403" y="909043"/>
                  </a:lnTo>
                  <a:lnTo>
                    <a:pt x="2124074" y="902229"/>
                  </a:lnTo>
                  <a:lnTo>
                    <a:pt x="2124074" y="107420"/>
                  </a:lnTo>
                  <a:lnTo>
                    <a:pt x="2113466" y="67848"/>
                  </a:lnTo>
                  <a:lnTo>
                    <a:pt x="2088522" y="35348"/>
                  </a:lnTo>
                  <a:lnTo>
                    <a:pt x="2053039" y="14867"/>
                  </a:lnTo>
                  <a:lnTo>
                    <a:pt x="2026179" y="9524"/>
                  </a:lnTo>
                  <a:lnTo>
                    <a:pt x="2064787" y="9524"/>
                  </a:lnTo>
                  <a:lnTo>
                    <a:pt x="2100122" y="33477"/>
                  </a:lnTo>
                  <a:lnTo>
                    <a:pt x="2124899" y="70559"/>
                  </a:lnTo>
                  <a:lnTo>
                    <a:pt x="2133599" y="114299"/>
                  </a:lnTo>
                  <a:lnTo>
                    <a:pt x="2133599" y="895349"/>
                  </a:lnTo>
                  <a:lnTo>
                    <a:pt x="2133056" y="906609"/>
                  </a:lnTo>
                  <a:lnTo>
                    <a:pt x="2120087" y="949285"/>
                  </a:lnTo>
                  <a:lnTo>
                    <a:pt x="2091775" y="983749"/>
                  </a:lnTo>
                  <a:lnTo>
                    <a:pt x="2073234" y="996138"/>
                  </a:lnTo>
                  <a:lnTo>
                    <a:pt x="2064787" y="1000124"/>
                  </a:lnTo>
                  <a:close/>
                </a:path>
              </a:pathLst>
            </a:custGeom>
            <a:solidFill>
              <a:srgbClr val="4A5462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8" name="object 9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839324" y="4582715"/>
              <a:ext cx="150018" cy="150018"/>
            </a:xfrm>
            <a:prstGeom prst="rect">
              <a:avLst/>
            </a:prstGeom>
          </p:spPr>
        </p:pic>
      </p:grpSp>
      <p:sp>
        <p:nvSpPr>
          <p:cNvPr id="99" name="object 99"/>
          <p:cNvSpPr txBox="1"/>
          <p:nvPr/>
        </p:nvSpPr>
        <p:spPr>
          <a:xfrm>
            <a:off x="10052842" y="4539830"/>
            <a:ext cx="54991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40" dirty="0" err="1">
                <a:solidFill>
                  <a:srgbClr val="FFFFFF"/>
                </a:solidFill>
                <a:latin typeface="Dotum"/>
                <a:cs typeface="Dotum"/>
              </a:rPr>
              <a:t>소셜</a:t>
            </a:r>
            <a:r>
              <a:rPr sz="1200" spc="-140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lang="ko-KR" altLang="en-US" sz="1200" spc="-200" dirty="0">
                <a:solidFill>
                  <a:srgbClr val="FFFFFF"/>
                </a:solidFill>
                <a:latin typeface="Dotum"/>
                <a:cs typeface="Dotum"/>
              </a:rPr>
              <a:t>기능</a:t>
            </a:r>
            <a:endParaRPr sz="1200" dirty="0">
              <a:latin typeface="Dotum"/>
              <a:cs typeface="Dotum"/>
            </a:endParaRPr>
          </a:p>
        </p:txBody>
      </p:sp>
      <p:grpSp>
        <p:nvGrpSpPr>
          <p:cNvPr id="100" name="object 100"/>
          <p:cNvGrpSpPr/>
          <p:nvPr/>
        </p:nvGrpSpPr>
        <p:grpSpPr>
          <a:xfrm>
            <a:off x="457199" y="628649"/>
            <a:ext cx="11425199" cy="6000749"/>
            <a:chOff x="457199" y="628649"/>
            <a:chExt cx="11425199" cy="6000749"/>
          </a:xfrm>
        </p:grpSpPr>
        <p:pic>
          <p:nvPicPr>
            <p:cNvPr id="102" name="object 10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839324" y="5114924"/>
              <a:ext cx="142875" cy="114300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57199" y="628649"/>
              <a:ext cx="214312" cy="171449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410949" y="780514"/>
              <a:ext cx="171449" cy="171985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09599" y="5900695"/>
              <a:ext cx="171449" cy="146488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1563374" y="5734074"/>
              <a:ext cx="171398" cy="171399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57199" y="6553199"/>
              <a:ext cx="76200" cy="76199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09599" y="6553199"/>
              <a:ext cx="76200" cy="76199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1701461" y="6410324"/>
              <a:ext cx="180937" cy="190462"/>
            </a:xfrm>
            <a:prstGeom prst="rect">
              <a:avLst/>
            </a:prstGeom>
          </p:spPr>
        </p:pic>
      </p:grpSp>
      <p:sp>
        <p:nvSpPr>
          <p:cNvPr id="113" name="object 113"/>
          <p:cNvSpPr txBox="1"/>
          <p:nvPr/>
        </p:nvSpPr>
        <p:spPr>
          <a:xfrm>
            <a:off x="10045699" y="5068315"/>
            <a:ext cx="1765300" cy="1686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00" spc="-180" dirty="0" err="1">
                <a:solidFill>
                  <a:srgbClr val="D0D5DA"/>
                </a:solidFill>
                <a:latin typeface="Dotum"/>
                <a:cs typeface="Dotum"/>
              </a:rPr>
              <a:t>친구들과</a:t>
            </a:r>
            <a:r>
              <a:rPr sz="1000" spc="-85" dirty="0">
                <a:solidFill>
                  <a:srgbClr val="D0D5DA"/>
                </a:solidFill>
                <a:latin typeface="Dotum"/>
                <a:cs typeface="Dotum"/>
              </a:rPr>
              <a:t> </a:t>
            </a:r>
            <a:r>
              <a:rPr sz="1000" spc="-135" dirty="0" err="1">
                <a:solidFill>
                  <a:srgbClr val="D0D5DA"/>
                </a:solidFill>
                <a:latin typeface="Dotum"/>
                <a:cs typeface="Dotum"/>
              </a:rPr>
              <a:t>공유</a:t>
            </a:r>
            <a:r>
              <a:rPr lang="en-US" sz="1000" spc="-135" dirty="0">
                <a:solidFill>
                  <a:srgbClr val="D0D5DA"/>
                </a:solidFill>
                <a:latin typeface="Dotum"/>
                <a:cs typeface="Dotum"/>
              </a:rPr>
              <a:t> </a:t>
            </a:r>
            <a:r>
              <a:rPr lang="ko-KR" altLang="en-US" sz="1000" spc="-135" dirty="0">
                <a:solidFill>
                  <a:srgbClr val="D0D5DA"/>
                </a:solidFill>
                <a:latin typeface="Dotum"/>
                <a:cs typeface="Dotum"/>
              </a:rPr>
              <a:t>및 공감</a:t>
            </a:r>
            <a:r>
              <a:rPr lang="en-US" altLang="ko-KR" sz="1000" spc="-135" dirty="0">
                <a:solidFill>
                  <a:srgbClr val="D0D5DA"/>
                </a:solidFill>
                <a:latin typeface="Dotum"/>
                <a:cs typeface="Dotum"/>
              </a:rPr>
              <a:t>, </a:t>
            </a:r>
            <a:r>
              <a:rPr lang="ko-KR" altLang="en-US" sz="1000" spc="-135" dirty="0">
                <a:solidFill>
                  <a:srgbClr val="D0D5DA"/>
                </a:solidFill>
                <a:latin typeface="Dotum"/>
                <a:cs typeface="Dotum"/>
              </a:rPr>
              <a:t>댓글 가능</a:t>
            </a:r>
            <a:endParaRPr sz="1000" dirty="0">
              <a:latin typeface="Dotum"/>
              <a:cs typeface="Dotum"/>
            </a:endParaRPr>
          </a:p>
        </p:txBody>
      </p:sp>
      <p:pic>
        <p:nvPicPr>
          <p:cNvPr id="115" name="내용 개체 틀 4">
            <a:extLst>
              <a:ext uri="{FF2B5EF4-FFF2-40B4-BE49-F238E27FC236}">
                <a16:creationId xmlns:a16="http://schemas.microsoft.com/office/drawing/2014/main" id="{5217CA14-F57B-0198-686E-BA4DCC9B27F9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590109" y="1384522"/>
            <a:ext cx="7020195" cy="3787552"/>
          </a:xfrm>
          <a:prstGeom prst="rect">
            <a:avLst/>
          </a:prstGeom>
        </p:spPr>
      </p:pic>
      <p:sp>
        <p:nvSpPr>
          <p:cNvPr id="117" name="object 13">
            <a:extLst>
              <a:ext uri="{FF2B5EF4-FFF2-40B4-BE49-F238E27FC236}">
                <a16:creationId xmlns:a16="http://schemas.microsoft.com/office/drawing/2014/main" id="{44D6E46A-CCCE-871B-F2A9-FAE89C4B8D52}"/>
              </a:ext>
            </a:extLst>
          </p:cNvPr>
          <p:cNvSpPr/>
          <p:nvPr/>
        </p:nvSpPr>
        <p:spPr>
          <a:xfrm>
            <a:off x="2061526" y="5538788"/>
            <a:ext cx="8524875" cy="1050926"/>
          </a:xfrm>
          <a:custGeom>
            <a:avLst/>
            <a:gdLst/>
            <a:ahLst/>
            <a:cxnLst/>
            <a:rect l="l" t="t" r="r" b="b"/>
            <a:pathLst>
              <a:path w="8524875" h="466725">
                <a:moveTo>
                  <a:pt x="8422528" y="466724"/>
                </a:moveTo>
                <a:lnTo>
                  <a:pt x="102345" y="466724"/>
                </a:lnTo>
                <a:lnTo>
                  <a:pt x="95221" y="466022"/>
                </a:lnTo>
                <a:lnTo>
                  <a:pt x="54661" y="452259"/>
                </a:lnTo>
                <a:lnTo>
                  <a:pt x="22456" y="424022"/>
                </a:lnTo>
                <a:lnTo>
                  <a:pt x="3507" y="385610"/>
                </a:lnTo>
                <a:lnTo>
                  <a:pt x="0" y="364379"/>
                </a:lnTo>
                <a:lnTo>
                  <a:pt x="0" y="357187"/>
                </a:lnTo>
                <a:lnTo>
                  <a:pt x="0" y="102344"/>
                </a:lnTo>
                <a:lnTo>
                  <a:pt x="11090" y="60973"/>
                </a:lnTo>
                <a:lnTo>
                  <a:pt x="37168" y="26996"/>
                </a:lnTo>
                <a:lnTo>
                  <a:pt x="74264" y="5585"/>
                </a:lnTo>
                <a:lnTo>
                  <a:pt x="102345" y="0"/>
                </a:lnTo>
                <a:lnTo>
                  <a:pt x="8422528" y="0"/>
                </a:lnTo>
                <a:lnTo>
                  <a:pt x="8463899" y="11089"/>
                </a:lnTo>
                <a:lnTo>
                  <a:pt x="8497877" y="37167"/>
                </a:lnTo>
                <a:lnTo>
                  <a:pt x="8519287" y="74263"/>
                </a:lnTo>
                <a:lnTo>
                  <a:pt x="8524874" y="102344"/>
                </a:lnTo>
                <a:lnTo>
                  <a:pt x="8524874" y="364379"/>
                </a:lnTo>
                <a:lnTo>
                  <a:pt x="8513783" y="405749"/>
                </a:lnTo>
                <a:lnTo>
                  <a:pt x="8487705" y="439727"/>
                </a:lnTo>
                <a:lnTo>
                  <a:pt x="8450609" y="461138"/>
                </a:lnTo>
                <a:lnTo>
                  <a:pt x="8429651" y="466022"/>
                </a:lnTo>
                <a:lnTo>
                  <a:pt x="8422528" y="466724"/>
                </a:lnTo>
                <a:close/>
              </a:path>
            </a:pathLst>
          </a:custGeom>
          <a:solidFill>
            <a:srgbClr val="111726">
              <a:alpha val="50199"/>
            </a:srgbClr>
          </a:solidFill>
        </p:spPr>
        <p:txBody>
          <a:bodyPr wrap="square" lIns="0" tIns="0" rIns="0" bIns="0" rtlCol="0"/>
          <a:lstStyle/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	1. </a:t>
            </a:r>
            <a:r>
              <a:rPr lang="ko-KR" altLang="en-US" dirty="0">
                <a:solidFill>
                  <a:schemeClr val="bg1"/>
                </a:solidFill>
              </a:rPr>
              <a:t>자신이 선택한 카테고리에 해당하는 음악들을 추천 받습니다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r>
              <a:rPr lang="en-US" dirty="0">
                <a:solidFill>
                  <a:schemeClr val="bg1"/>
                </a:solidFill>
              </a:rPr>
              <a:t>	2. </a:t>
            </a:r>
            <a:r>
              <a:rPr lang="ko-KR" altLang="en-US" dirty="0">
                <a:solidFill>
                  <a:schemeClr val="bg1"/>
                </a:solidFill>
              </a:rPr>
              <a:t>원하는 음악을 자신의 </a:t>
            </a:r>
            <a:r>
              <a:rPr lang="ko-KR" altLang="en-US" dirty="0" err="1">
                <a:solidFill>
                  <a:schemeClr val="bg1"/>
                </a:solidFill>
              </a:rPr>
              <a:t>피드에</a:t>
            </a:r>
            <a:r>
              <a:rPr lang="ko-KR" altLang="en-US" dirty="0">
                <a:solidFill>
                  <a:schemeClr val="bg1"/>
                </a:solidFill>
              </a:rPr>
              <a:t> 추가할 수 있습니다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20781" y="-23128"/>
            <a:ext cx="12191999" cy="702042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18786" y="88411"/>
            <a:ext cx="4744164" cy="4892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20" dirty="0" err="1"/>
              <a:t>데이터베이스</a:t>
            </a:r>
            <a:r>
              <a:rPr spc="-400" dirty="0"/>
              <a:t> </a:t>
            </a:r>
            <a:r>
              <a:rPr lang="en-US" spc="-400" dirty="0"/>
              <a:t>E-R Diagram</a:t>
            </a:r>
            <a:endParaRPr spc="-645" dirty="0"/>
          </a:p>
        </p:txBody>
      </p:sp>
      <p:sp>
        <p:nvSpPr>
          <p:cNvPr id="46" name="object 46"/>
          <p:cNvSpPr/>
          <p:nvPr/>
        </p:nvSpPr>
        <p:spPr>
          <a:xfrm>
            <a:off x="8362950" y="1804987"/>
            <a:ext cx="257175" cy="200025"/>
          </a:xfrm>
          <a:custGeom>
            <a:avLst/>
            <a:gdLst/>
            <a:ahLst/>
            <a:cxnLst/>
            <a:rect l="l" t="t" r="r" b="b"/>
            <a:pathLst>
              <a:path w="257175" h="200025">
                <a:moveTo>
                  <a:pt x="164306" y="200025"/>
                </a:moveTo>
                <a:lnTo>
                  <a:pt x="121443" y="200025"/>
                </a:lnTo>
                <a:lnTo>
                  <a:pt x="113103" y="198340"/>
                </a:lnTo>
                <a:lnTo>
                  <a:pt x="106291" y="193746"/>
                </a:lnTo>
                <a:lnTo>
                  <a:pt x="101697" y="186933"/>
                </a:lnTo>
                <a:lnTo>
                  <a:pt x="100012" y="178593"/>
                </a:lnTo>
                <a:lnTo>
                  <a:pt x="100012" y="134972"/>
                </a:lnTo>
                <a:lnTo>
                  <a:pt x="100057" y="134213"/>
                </a:lnTo>
                <a:lnTo>
                  <a:pt x="100146" y="133498"/>
                </a:lnTo>
                <a:lnTo>
                  <a:pt x="64293" y="85725"/>
                </a:lnTo>
                <a:lnTo>
                  <a:pt x="21431" y="85725"/>
                </a:lnTo>
                <a:lnTo>
                  <a:pt x="13091" y="84040"/>
                </a:lnTo>
                <a:lnTo>
                  <a:pt x="6278" y="79446"/>
                </a:lnTo>
                <a:lnTo>
                  <a:pt x="1684" y="72633"/>
                </a:lnTo>
                <a:lnTo>
                  <a:pt x="0" y="64293"/>
                </a:lnTo>
                <a:lnTo>
                  <a:pt x="0" y="21431"/>
                </a:lnTo>
                <a:lnTo>
                  <a:pt x="1684" y="13091"/>
                </a:lnTo>
                <a:lnTo>
                  <a:pt x="6278" y="6278"/>
                </a:lnTo>
                <a:lnTo>
                  <a:pt x="13091" y="1684"/>
                </a:lnTo>
                <a:lnTo>
                  <a:pt x="21431" y="0"/>
                </a:lnTo>
                <a:lnTo>
                  <a:pt x="64293" y="0"/>
                </a:lnTo>
                <a:lnTo>
                  <a:pt x="72633" y="1684"/>
                </a:lnTo>
                <a:lnTo>
                  <a:pt x="79446" y="6278"/>
                </a:lnTo>
                <a:lnTo>
                  <a:pt x="84040" y="13091"/>
                </a:lnTo>
                <a:lnTo>
                  <a:pt x="85725" y="21431"/>
                </a:lnTo>
                <a:lnTo>
                  <a:pt x="85725" y="28575"/>
                </a:lnTo>
                <a:lnTo>
                  <a:pt x="171450" y="28575"/>
                </a:lnTo>
                <a:lnTo>
                  <a:pt x="171450" y="21431"/>
                </a:lnTo>
                <a:lnTo>
                  <a:pt x="173134" y="13091"/>
                </a:lnTo>
                <a:lnTo>
                  <a:pt x="177728" y="6278"/>
                </a:lnTo>
                <a:lnTo>
                  <a:pt x="184541" y="1684"/>
                </a:lnTo>
                <a:lnTo>
                  <a:pt x="192881" y="0"/>
                </a:lnTo>
                <a:lnTo>
                  <a:pt x="235743" y="0"/>
                </a:lnTo>
                <a:lnTo>
                  <a:pt x="244083" y="1684"/>
                </a:lnTo>
                <a:lnTo>
                  <a:pt x="250896" y="6278"/>
                </a:lnTo>
                <a:lnTo>
                  <a:pt x="255490" y="13091"/>
                </a:lnTo>
                <a:lnTo>
                  <a:pt x="257175" y="21431"/>
                </a:lnTo>
                <a:lnTo>
                  <a:pt x="257175" y="64293"/>
                </a:lnTo>
                <a:lnTo>
                  <a:pt x="255490" y="72633"/>
                </a:lnTo>
                <a:lnTo>
                  <a:pt x="250896" y="79446"/>
                </a:lnTo>
                <a:lnTo>
                  <a:pt x="244083" y="84040"/>
                </a:lnTo>
                <a:lnTo>
                  <a:pt x="235743" y="85725"/>
                </a:lnTo>
                <a:lnTo>
                  <a:pt x="192881" y="85725"/>
                </a:lnTo>
                <a:lnTo>
                  <a:pt x="184541" y="84040"/>
                </a:lnTo>
                <a:lnTo>
                  <a:pt x="177728" y="79446"/>
                </a:lnTo>
                <a:lnTo>
                  <a:pt x="173134" y="72633"/>
                </a:lnTo>
                <a:lnTo>
                  <a:pt x="171450" y="64293"/>
                </a:lnTo>
                <a:lnTo>
                  <a:pt x="171450" y="57150"/>
                </a:lnTo>
                <a:lnTo>
                  <a:pt x="85725" y="57150"/>
                </a:lnTo>
                <a:lnTo>
                  <a:pt x="85725" y="65052"/>
                </a:lnTo>
                <a:lnTo>
                  <a:pt x="85680" y="65811"/>
                </a:lnTo>
                <a:lnTo>
                  <a:pt x="85591" y="66526"/>
                </a:lnTo>
                <a:lnTo>
                  <a:pt x="121443" y="114300"/>
                </a:lnTo>
                <a:lnTo>
                  <a:pt x="164306" y="114300"/>
                </a:lnTo>
                <a:lnTo>
                  <a:pt x="172646" y="115984"/>
                </a:lnTo>
                <a:lnTo>
                  <a:pt x="179458" y="120578"/>
                </a:lnTo>
                <a:lnTo>
                  <a:pt x="184052" y="127391"/>
                </a:lnTo>
                <a:lnTo>
                  <a:pt x="185737" y="135731"/>
                </a:lnTo>
                <a:lnTo>
                  <a:pt x="185737" y="178593"/>
                </a:lnTo>
                <a:lnTo>
                  <a:pt x="184052" y="186933"/>
                </a:lnTo>
                <a:lnTo>
                  <a:pt x="179458" y="193746"/>
                </a:lnTo>
                <a:lnTo>
                  <a:pt x="172646" y="198340"/>
                </a:lnTo>
                <a:lnTo>
                  <a:pt x="164306" y="2000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6" name="object 66"/>
          <p:cNvGrpSpPr/>
          <p:nvPr/>
        </p:nvGrpSpPr>
        <p:grpSpPr>
          <a:xfrm>
            <a:off x="9101380" y="1558258"/>
            <a:ext cx="2672679" cy="5166121"/>
            <a:chOff x="9086849" y="3133724"/>
            <a:chExt cx="2672679" cy="5166121"/>
          </a:xfrm>
        </p:grpSpPr>
        <p:sp>
          <p:nvSpPr>
            <p:cNvPr id="68" name="object 68"/>
            <p:cNvSpPr/>
            <p:nvPr/>
          </p:nvSpPr>
          <p:spPr>
            <a:xfrm>
              <a:off x="9111578" y="5073918"/>
              <a:ext cx="2647950" cy="3225927"/>
            </a:xfrm>
            <a:custGeom>
              <a:avLst/>
              <a:gdLst/>
              <a:ahLst/>
              <a:cxnLst/>
              <a:rect l="l" t="t" r="r" b="b"/>
              <a:pathLst>
                <a:path w="2647950" h="1924050">
                  <a:moveTo>
                    <a:pt x="2533649" y="1924049"/>
                  </a:moveTo>
                  <a:lnTo>
                    <a:pt x="114299" y="1924049"/>
                  </a:lnTo>
                  <a:lnTo>
                    <a:pt x="103040" y="1923505"/>
                  </a:lnTo>
                  <a:lnTo>
                    <a:pt x="60364" y="1910537"/>
                  </a:lnTo>
                  <a:lnTo>
                    <a:pt x="25900" y="1882225"/>
                  </a:lnTo>
                  <a:lnTo>
                    <a:pt x="4894" y="1842879"/>
                  </a:lnTo>
                  <a:lnTo>
                    <a:pt x="0" y="180974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2533649" y="0"/>
                  </a:lnTo>
                  <a:lnTo>
                    <a:pt x="2577390" y="8700"/>
                  </a:lnTo>
                  <a:lnTo>
                    <a:pt x="2614472" y="33477"/>
                  </a:lnTo>
                  <a:lnTo>
                    <a:pt x="2639249" y="70559"/>
                  </a:lnTo>
                  <a:lnTo>
                    <a:pt x="2647949" y="114299"/>
                  </a:lnTo>
                  <a:lnTo>
                    <a:pt x="2647949" y="1809749"/>
                  </a:lnTo>
                  <a:lnTo>
                    <a:pt x="2639249" y="1853490"/>
                  </a:lnTo>
                  <a:lnTo>
                    <a:pt x="2614472" y="1890571"/>
                  </a:lnTo>
                  <a:lnTo>
                    <a:pt x="2577390" y="1915349"/>
                  </a:lnTo>
                  <a:lnTo>
                    <a:pt x="2533649" y="1924049"/>
                  </a:lnTo>
                  <a:close/>
                </a:path>
              </a:pathLst>
            </a:custGeom>
            <a:solidFill>
              <a:srgbClr val="1F2937">
                <a:alpha val="850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9" name="object 69"/>
            <p:cNvSpPr/>
            <p:nvPr/>
          </p:nvSpPr>
          <p:spPr>
            <a:xfrm>
              <a:off x="9086849" y="3133724"/>
              <a:ext cx="2647950" cy="1924050"/>
            </a:xfrm>
            <a:custGeom>
              <a:avLst/>
              <a:gdLst/>
              <a:ahLst/>
              <a:cxnLst/>
              <a:rect l="l" t="t" r="r" b="b"/>
              <a:pathLst>
                <a:path w="2647950" h="1924050">
                  <a:moveTo>
                    <a:pt x="2533649" y="1924049"/>
                  </a:moveTo>
                  <a:lnTo>
                    <a:pt x="114299" y="1924049"/>
                  </a:lnTo>
                  <a:lnTo>
                    <a:pt x="103040" y="1923506"/>
                  </a:lnTo>
                  <a:lnTo>
                    <a:pt x="60364" y="1910537"/>
                  </a:lnTo>
                  <a:lnTo>
                    <a:pt x="25900" y="1882225"/>
                  </a:lnTo>
                  <a:lnTo>
                    <a:pt x="4894" y="1842879"/>
                  </a:lnTo>
                  <a:lnTo>
                    <a:pt x="0" y="180974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2533649" y="0"/>
                  </a:lnTo>
                  <a:lnTo>
                    <a:pt x="2577390" y="8700"/>
                  </a:lnTo>
                  <a:lnTo>
                    <a:pt x="2579137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1816629"/>
                  </a:lnTo>
                  <a:lnTo>
                    <a:pt x="20133" y="1856201"/>
                  </a:lnTo>
                  <a:lnTo>
                    <a:pt x="45077" y="1888701"/>
                  </a:lnTo>
                  <a:lnTo>
                    <a:pt x="80560" y="1909181"/>
                  </a:lnTo>
                  <a:lnTo>
                    <a:pt x="107420" y="1914524"/>
                  </a:lnTo>
                  <a:lnTo>
                    <a:pt x="2579137" y="1914524"/>
                  </a:lnTo>
                  <a:lnTo>
                    <a:pt x="2577390" y="1915349"/>
                  </a:lnTo>
                  <a:lnTo>
                    <a:pt x="2566779" y="1919155"/>
                  </a:lnTo>
                  <a:lnTo>
                    <a:pt x="2555952" y="1921874"/>
                  </a:lnTo>
                  <a:lnTo>
                    <a:pt x="2544909" y="1923506"/>
                  </a:lnTo>
                  <a:lnTo>
                    <a:pt x="2533649" y="1924049"/>
                  </a:lnTo>
                  <a:close/>
                </a:path>
                <a:path w="2647950" h="1924050">
                  <a:moveTo>
                    <a:pt x="2579137" y="1914524"/>
                  </a:moveTo>
                  <a:lnTo>
                    <a:pt x="2540529" y="1914524"/>
                  </a:lnTo>
                  <a:lnTo>
                    <a:pt x="2547342" y="1913853"/>
                  </a:lnTo>
                  <a:lnTo>
                    <a:pt x="2560837" y="1911169"/>
                  </a:lnTo>
                  <a:lnTo>
                    <a:pt x="2597579" y="1893044"/>
                  </a:lnTo>
                  <a:lnTo>
                    <a:pt x="2624589" y="1862239"/>
                  </a:lnTo>
                  <a:lnTo>
                    <a:pt x="2637753" y="1823442"/>
                  </a:lnTo>
                  <a:lnTo>
                    <a:pt x="2638424" y="1816629"/>
                  </a:lnTo>
                  <a:lnTo>
                    <a:pt x="2638424" y="107420"/>
                  </a:lnTo>
                  <a:lnTo>
                    <a:pt x="2627816" y="67848"/>
                  </a:lnTo>
                  <a:lnTo>
                    <a:pt x="2602872" y="35348"/>
                  </a:lnTo>
                  <a:lnTo>
                    <a:pt x="2567389" y="14867"/>
                  </a:lnTo>
                  <a:lnTo>
                    <a:pt x="2540529" y="9524"/>
                  </a:lnTo>
                  <a:lnTo>
                    <a:pt x="2579137" y="9524"/>
                  </a:lnTo>
                  <a:lnTo>
                    <a:pt x="2614472" y="33477"/>
                  </a:lnTo>
                  <a:lnTo>
                    <a:pt x="2639249" y="70559"/>
                  </a:lnTo>
                  <a:lnTo>
                    <a:pt x="2647949" y="114299"/>
                  </a:lnTo>
                  <a:lnTo>
                    <a:pt x="2647949" y="1809749"/>
                  </a:lnTo>
                  <a:lnTo>
                    <a:pt x="2647406" y="1821009"/>
                  </a:lnTo>
                  <a:lnTo>
                    <a:pt x="2634437" y="1863684"/>
                  </a:lnTo>
                  <a:lnTo>
                    <a:pt x="2606125" y="1898149"/>
                  </a:lnTo>
                  <a:lnTo>
                    <a:pt x="2587584" y="1910537"/>
                  </a:lnTo>
                  <a:lnTo>
                    <a:pt x="2579137" y="1914524"/>
                  </a:lnTo>
                  <a:close/>
                </a:path>
              </a:pathLst>
            </a:custGeom>
            <a:solidFill>
              <a:srgbClr val="4A5462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9286874" y="3752849"/>
              <a:ext cx="2247900" cy="514350"/>
            </a:xfrm>
            <a:custGeom>
              <a:avLst/>
              <a:gdLst/>
              <a:ahLst/>
              <a:cxnLst/>
              <a:rect l="l" t="t" r="r" b="b"/>
              <a:pathLst>
                <a:path w="2247900" h="514350">
                  <a:moveTo>
                    <a:pt x="2171699" y="514349"/>
                  </a:moveTo>
                  <a:lnTo>
                    <a:pt x="76199" y="514349"/>
                  </a:lnTo>
                  <a:lnTo>
                    <a:pt x="68693" y="513987"/>
                  </a:lnTo>
                  <a:lnTo>
                    <a:pt x="27882" y="497082"/>
                  </a:lnTo>
                  <a:lnTo>
                    <a:pt x="3262" y="460236"/>
                  </a:lnTo>
                  <a:lnTo>
                    <a:pt x="0" y="438149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2171699" y="0"/>
                  </a:lnTo>
                  <a:lnTo>
                    <a:pt x="2208520" y="9524"/>
                  </a:lnTo>
                  <a:lnTo>
                    <a:pt x="71822" y="9524"/>
                  </a:lnTo>
                  <a:lnTo>
                    <a:pt x="67486" y="9951"/>
                  </a:lnTo>
                  <a:lnTo>
                    <a:pt x="32149" y="25957"/>
                  </a:lnTo>
                  <a:lnTo>
                    <a:pt x="11660" y="58898"/>
                  </a:lnTo>
                  <a:lnTo>
                    <a:pt x="9524" y="71821"/>
                  </a:lnTo>
                  <a:lnTo>
                    <a:pt x="9524" y="442527"/>
                  </a:lnTo>
                  <a:lnTo>
                    <a:pt x="9833" y="445656"/>
                  </a:lnTo>
                  <a:lnTo>
                    <a:pt x="9952" y="446863"/>
                  </a:lnTo>
                  <a:lnTo>
                    <a:pt x="25957" y="482200"/>
                  </a:lnTo>
                  <a:lnTo>
                    <a:pt x="58898" y="502689"/>
                  </a:lnTo>
                  <a:lnTo>
                    <a:pt x="71822" y="504824"/>
                  </a:lnTo>
                  <a:lnTo>
                    <a:pt x="2208520" y="504824"/>
                  </a:lnTo>
                  <a:lnTo>
                    <a:pt x="2207656" y="505341"/>
                  </a:lnTo>
                  <a:lnTo>
                    <a:pt x="2200860" y="508549"/>
                  </a:lnTo>
                  <a:lnTo>
                    <a:pt x="2193786" y="511087"/>
                  </a:lnTo>
                  <a:lnTo>
                    <a:pt x="2186568" y="512899"/>
                  </a:lnTo>
                  <a:lnTo>
                    <a:pt x="2179206" y="513987"/>
                  </a:lnTo>
                  <a:lnTo>
                    <a:pt x="2171699" y="514349"/>
                  </a:lnTo>
                  <a:close/>
                </a:path>
                <a:path w="2247900" h="514350">
                  <a:moveTo>
                    <a:pt x="2208520" y="504824"/>
                  </a:moveTo>
                  <a:lnTo>
                    <a:pt x="2176077" y="504824"/>
                  </a:lnTo>
                  <a:lnTo>
                    <a:pt x="2180413" y="504397"/>
                  </a:lnTo>
                  <a:lnTo>
                    <a:pt x="2189001" y="502689"/>
                  </a:lnTo>
                  <a:lnTo>
                    <a:pt x="2221941" y="482200"/>
                  </a:lnTo>
                  <a:lnTo>
                    <a:pt x="2237947" y="446863"/>
                  </a:lnTo>
                  <a:lnTo>
                    <a:pt x="2238374" y="442527"/>
                  </a:lnTo>
                  <a:lnTo>
                    <a:pt x="2238374" y="71821"/>
                  </a:lnTo>
                  <a:lnTo>
                    <a:pt x="2238066" y="68693"/>
                  </a:lnTo>
                  <a:lnTo>
                    <a:pt x="2237947" y="67486"/>
                  </a:lnTo>
                  <a:lnTo>
                    <a:pt x="2221941" y="32149"/>
                  </a:lnTo>
                  <a:lnTo>
                    <a:pt x="2189001" y="11660"/>
                  </a:lnTo>
                  <a:lnTo>
                    <a:pt x="2176077" y="9524"/>
                  </a:lnTo>
                  <a:lnTo>
                    <a:pt x="2208520" y="9524"/>
                  </a:lnTo>
                  <a:lnTo>
                    <a:pt x="2238891" y="40243"/>
                  </a:lnTo>
                  <a:lnTo>
                    <a:pt x="2247899" y="438149"/>
                  </a:lnTo>
                  <a:lnTo>
                    <a:pt x="2247537" y="445656"/>
                  </a:lnTo>
                  <a:lnTo>
                    <a:pt x="2230632" y="486467"/>
                  </a:lnTo>
                  <a:lnTo>
                    <a:pt x="2214170" y="501424"/>
                  </a:lnTo>
                  <a:lnTo>
                    <a:pt x="2208520" y="504824"/>
                  </a:lnTo>
                  <a:close/>
                </a:path>
              </a:pathLst>
            </a:custGeom>
            <a:solidFill>
              <a:srgbClr val="4A5462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9292179" y="6272960"/>
              <a:ext cx="2247900" cy="514350"/>
            </a:xfrm>
            <a:custGeom>
              <a:avLst/>
              <a:gdLst/>
              <a:ahLst/>
              <a:cxnLst/>
              <a:rect l="l" t="t" r="r" b="b"/>
              <a:pathLst>
                <a:path w="2247900" h="514350">
                  <a:moveTo>
                    <a:pt x="2171699" y="514349"/>
                  </a:moveTo>
                  <a:lnTo>
                    <a:pt x="76199" y="514349"/>
                  </a:lnTo>
                  <a:lnTo>
                    <a:pt x="68693" y="513987"/>
                  </a:lnTo>
                  <a:lnTo>
                    <a:pt x="27882" y="497082"/>
                  </a:lnTo>
                  <a:lnTo>
                    <a:pt x="3262" y="460236"/>
                  </a:lnTo>
                  <a:lnTo>
                    <a:pt x="0" y="438149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2171699" y="0"/>
                  </a:lnTo>
                  <a:lnTo>
                    <a:pt x="2214042" y="12829"/>
                  </a:lnTo>
                  <a:lnTo>
                    <a:pt x="2242099" y="47039"/>
                  </a:lnTo>
                  <a:lnTo>
                    <a:pt x="2247899" y="76199"/>
                  </a:lnTo>
                  <a:lnTo>
                    <a:pt x="2247899" y="438149"/>
                  </a:lnTo>
                  <a:lnTo>
                    <a:pt x="2235069" y="480492"/>
                  </a:lnTo>
                  <a:lnTo>
                    <a:pt x="2200860" y="508549"/>
                  </a:lnTo>
                  <a:lnTo>
                    <a:pt x="2171699" y="514349"/>
                  </a:lnTo>
                  <a:close/>
                </a:path>
              </a:pathLst>
            </a:custGeom>
            <a:solidFill>
              <a:srgbClr val="374050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3" name="object 73"/>
            <p:cNvSpPr/>
            <p:nvPr/>
          </p:nvSpPr>
          <p:spPr>
            <a:xfrm>
              <a:off x="9286874" y="4343399"/>
              <a:ext cx="2247900" cy="514350"/>
            </a:xfrm>
            <a:custGeom>
              <a:avLst/>
              <a:gdLst/>
              <a:ahLst/>
              <a:cxnLst/>
              <a:rect l="l" t="t" r="r" b="b"/>
              <a:pathLst>
                <a:path w="2247900" h="514350">
                  <a:moveTo>
                    <a:pt x="2171699" y="514349"/>
                  </a:moveTo>
                  <a:lnTo>
                    <a:pt x="76199" y="514349"/>
                  </a:lnTo>
                  <a:lnTo>
                    <a:pt x="68693" y="513987"/>
                  </a:lnTo>
                  <a:lnTo>
                    <a:pt x="27882" y="497082"/>
                  </a:lnTo>
                  <a:lnTo>
                    <a:pt x="3262" y="460236"/>
                  </a:lnTo>
                  <a:lnTo>
                    <a:pt x="0" y="438149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2171699" y="0"/>
                  </a:lnTo>
                  <a:lnTo>
                    <a:pt x="2208520" y="9524"/>
                  </a:lnTo>
                  <a:lnTo>
                    <a:pt x="71822" y="9524"/>
                  </a:lnTo>
                  <a:lnTo>
                    <a:pt x="67486" y="9951"/>
                  </a:lnTo>
                  <a:lnTo>
                    <a:pt x="32149" y="25957"/>
                  </a:lnTo>
                  <a:lnTo>
                    <a:pt x="11660" y="58898"/>
                  </a:lnTo>
                  <a:lnTo>
                    <a:pt x="9524" y="71821"/>
                  </a:lnTo>
                  <a:lnTo>
                    <a:pt x="9524" y="442527"/>
                  </a:lnTo>
                  <a:lnTo>
                    <a:pt x="9833" y="445656"/>
                  </a:lnTo>
                  <a:lnTo>
                    <a:pt x="9952" y="446863"/>
                  </a:lnTo>
                  <a:lnTo>
                    <a:pt x="25957" y="482200"/>
                  </a:lnTo>
                  <a:lnTo>
                    <a:pt x="58898" y="502689"/>
                  </a:lnTo>
                  <a:lnTo>
                    <a:pt x="71822" y="504824"/>
                  </a:lnTo>
                  <a:lnTo>
                    <a:pt x="2208520" y="504824"/>
                  </a:lnTo>
                  <a:lnTo>
                    <a:pt x="2207656" y="505341"/>
                  </a:lnTo>
                  <a:lnTo>
                    <a:pt x="2200860" y="508549"/>
                  </a:lnTo>
                  <a:lnTo>
                    <a:pt x="2193786" y="511087"/>
                  </a:lnTo>
                  <a:lnTo>
                    <a:pt x="2186568" y="512899"/>
                  </a:lnTo>
                  <a:lnTo>
                    <a:pt x="2179206" y="513987"/>
                  </a:lnTo>
                  <a:lnTo>
                    <a:pt x="2171699" y="514349"/>
                  </a:lnTo>
                  <a:close/>
                </a:path>
                <a:path w="2247900" h="514350">
                  <a:moveTo>
                    <a:pt x="2208520" y="504824"/>
                  </a:moveTo>
                  <a:lnTo>
                    <a:pt x="2176077" y="504824"/>
                  </a:lnTo>
                  <a:lnTo>
                    <a:pt x="2180413" y="504397"/>
                  </a:lnTo>
                  <a:lnTo>
                    <a:pt x="2189001" y="502689"/>
                  </a:lnTo>
                  <a:lnTo>
                    <a:pt x="2221941" y="482200"/>
                  </a:lnTo>
                  <a:lnTo>
                    <a:pt x="2237947" y="446863"/>
                  </a:lnTo>
                  <a:lnTo>
                    <a:pt x="2238374" y="442527"/>
                  </a:lnTo>
                  <a:lnTo>
                    <a:pt x="2238374" y="71821"/>
                  </a:lnTo>
                  <a:lnTo>
                    <a:pt x="2238066" y="68693"/>
                  </a:lnTo>
                  <a:lnTo>
                    <a:pt x="2237947" y="67486"/>
                  </a:lnTo>
                  <a:lnTo>
                    <a:pt x="2221941" y="32149"/>
                  </a:lnTo>
                  <a:lnTo>
                    <a:pt x="2189001" y="11660"/>
                  </a:lnTo>
                  <a:lnTo>
                    <a:pt x="2176077" y="9524"/>
                  </a:lnTo>
                  <a:lnTo>
                    <a:pt x="2208520" y="9524"/>
                  </a:lnTo>
                  <a:lnTo>
                    <a:pt x="2238891" y="40243"/>
                  </a:lnTo>
                  <a:lnTo>
                    <a:pt x="2247899" y="438149"/>
                  </a:lnTo>
                  <a:lnTo>
                    <a:pt x="2247537" y="445656"/>
                  </a:lnTo>
                  <a:lnTo>
                    <a:pt x="2230632" y="486467"/>
                  </a:lnTo>
                  <a:lnTo>
                    <a:pt x="2214169" y="501424"/>
                  </a:lnTo>
                  <a:lnTo>
                    <a:pt x="2208520" y="504824"/>
                  </a:lnTo>
                  <a:close/>
                </a:path>
              </a:pathLst>
            </a:custGeom>
            <a:solidFill>
              <a:srgbClr val="4A5462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2" name="object 82"/>
          <p:cNvGrpSpPr/>
          <p:nvPr/>
        </p:nvGrpSpPr>
        <p:grpSpPr>
          <a:xfrm>
            <a:off x="6363096" y="5950884"/>
            <a:ext cx="2647950" cy="1046412"/>
            <a:chOff x="9086849" y="7877175"/>
            <a:chExt cx="2647950" cy="1447800"/>
          </a:xfrm>
        </p:grpSpPr>
        <p:sp>
          <p:nvSpPr>
            <p:cNvPr id="83" name="object 83"/>
            <p:cNvSpPr/>
            <p:nvPr/>
          </p:nvSpPr>
          <p:spPr>
            <a:xfrm>
              <a:off x="9086849" y="7877175"/>
              <a:ext cx="2647950" cy="1083300"/>
            </a:xfrm>
            <a:custGeom>
              <a:avLst/>
              <a:gdLst/>
              <a:ahLst/>
              <a:cxnLst/>
              <a:rect l="l" t="t" r="r" b="b"/>
              <a:pathLst>
                <a:path w="2647950" h="1447800">
                  <a:moveTo>
                    <a:pt x="2533649" y="1447799"/>
                  </a:moveTo>
                  <a:lnTo>
                    <a:pt x="114299" y="1447799"/>
                  </a:lnTo>
                  <a:lnTo>
                    <a:pt x="103040" y="1447256"/>
                  </a:lnTo>
                  <a:lnTo>
                    <a:pt x="60364" y="1434287"/>
                  </a:lnTo>
                  <a:lnTo>
                    <a:pt x="25900" y="1405975"/>
                  </a:lnTo>
                  <a:lnTo>
                    <a:pt x="4894" y="1366629"/>
                  </a:lnTo>
                  <a:lnTo>
                    <a:pt x="0" y="13334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2533649" y="0"/>
                  </a:lnTo>
                  <a:lnTo>
                    <a:pt x="2577390" y="8700"/>
                  </a:lnTo>
                  <a:lnTo>
                    <a:pt x="2614472" y="33477"/>
                  </a:lnTo>
                  <a:lnTo>
                    <a:pt x="2639249" y="70559"/>
                  </a:lnTo>
                  <a:lnTo>
                    <a:pt x="2647949" y="114299"/>
                  </a:lnTo>
                  <a:lnTo>
                    <a:pt x="2647949" y="1333499"/>
                  </a:lnTo>
                  <a:lnTo>
                    <a:pt x="2639249" y="1377240"/>
                  </a:lnTo>
                  <a:lnTo>
                    <a:pt x="2614472" y="1414322"/>
                  </a:lnTo>
                  <a:lnTo>
                    <a:pt x="2577390" y="1439099"/>
                  </a:lnTo>
                  <a:lnTo>
                    <a:pt x="2533649" y="1447799"/>
                  </a:lnTo>
                  <a:close/>
                </a:path>
              </a:pathLst>
            </a:custGeom>
            <a:solidFill>
              <a:srgbClr val="1F2937">
                <a:alpha val="8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9086849" y="7877175"/>
              <a:ext cx="2647950" cy="1447800"/>
            </a:xfrm>
            <a:custGeom>
              <a:avLst/>
              <a:gdLst/>
              <a:ahLst/>
              <a:cxnLst/>
              <a:rect l="l" t="t" r="r" b="b"/>
              <a:pathLst>
                <a:path w="2647950" h="1447800">
                  <a:moveTo>
                    <a:pt x="2533649" y="1447799"/>
                  </a:moveTo>
                  <a:lnTo>
                    <a:pt x="114299" y="1447799"/>
                  </a:lnTo>
                  <a:lnTo>
                    <a:pt x="103040" y="1447256"/>
                  </a:lnTo>
                  <a:lnTo>
                    <a:pt x="60364" y="1434287"/>
                  </a:lnTo>
                  <a:lnTo>
                    <a:pt x="25900" y="1405975"/>
                  </a:lnTo>
                  <a:lnTo>
                    <a:pt x="4894" y="1366629"/>
                  </a:lnTo>
                  <a:lnTo>
                    <a:pt x="0" y="13334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2533649" y="0"/>
                  </a:lnTo>
                  <a:lnTo>
                    <a:pt x="2577390" y="8700"/>
                  </a:lnTo>
                  <a:lnTo>
                    <a:pt x="2579137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1340379"/>
                  </a:lnTo>
                  <a:lnTo>
                    <a:pt x="20133" y="1379951"/>
                  </a:lnTo>
                  <a:lnTo>
                    <a:pt x="45077" y="1412451"/>
                  </a:lnTo>
                  <a:lnTo>
                    <a:pt x="80560" y="1432931"/>
                  </a:lnTo>
                  <a:lnTo>
                    <a:pt x="107420" y="1438274"/>
                  </a:lnTo>
                  <a:lnTo>
                    <a:pt x="2579136" y="1438274"/>
                  </a:lnTo>
                  <a:lnTo>
                    <a:pt x="2577390" y="1439099"/>
                  </a:lnTo>
                  <a:lnTo>
                    <a:pt x="2566779" y="1442905"/>
                  </a:lnTo>
                  <a:lnTo>
                    <a:pt x="2555952" y="1445624"/>
                  </a:lnTo>
                  <a:lnTo>
                    <a:pt x="2544909" y="1447256"/>
                  </a:lnTo>
                  <a:lnTo>
                    <a:pt x="2533649" y="1447799"/>
                  </a:lnTo>
                  <a:close/>
                </a:path>
                <a:path w="2647950" h="1447800">
                  <a:moveTo>
                    <a:pt x="2579136" y="1438274"/>
                  </a:moveTo>
                  <a:lnTo>
                    <a:pt x="2540529" y="1438274"/>
                  </a:lnTo>
                  <a:lnTo>
                    <a:pt x="2547342" y="1437603"/>
                  </a:lnTo>
                  <a:lnTo>
                    <a:pt x="2560837" y="1434919"/>
                  </a:lnTo>
                  <a:lnTo>
                    <a:pt x="2597579" y="1416794"/>
                  </a:lnTo>
                  <a:lnTo>
                    <a:pt x="2624588" y="1385989"/>
                  </a:lnTo>
                  <a:lnTo>
                    <a:pt x="2637753" y="1347192"/>
                  </a:lnTo>
                  <a:lnTo>
                    <a:pt x="2638424" y="1340379"/>
                  </a:lnTo>
                  <a:lnTo>
                    <a:pt x="2638424" y="107420"/>
                  </a:lnTo>
                  <a:lnTo>
                    <a:pt x="2627816" y="67848"/>
                  </a:lnTo>
                  <a:lnTo>
                    <a:pt x="2602872" y="35348"/>
                  </a:lnTo>
                  <a:lnTo>
                    <a:pt x="2567389" y="14867"/>
                  </a:lnTo>
                  <a:lnTo>
                    <a:pt x="2540529" y="9524"/>
                  </a:lnTo>
                  <a:lnTo>
                    <a:pt x="2579137" y="9524"/>
                  </a:lnTo>
                  <a:lnTo>
                    <a:pt x="2614472" y="33477"/>
                  </a:lnTo>
                  <a:lnTo>
                    <a:pt x="2639249" y="70559"/>
                  </a:lnTo>
                  <a:lnTo>
                    <a:pt x="2647949" y="114299"/>
                  </a:lnTo>
                  <a:lnTo>
                    <a:pt x="2647949" y="1333499"/>
                  </a:lnTo>
                  <a:lnTo>
                    <a:pt x="2647406" y="1344759"/>
                  </a:lnTo>
                  <a:lnTo>
                    <a:pt x="2634437" y="1387434"/>
                  </a:lnTo>
                  <a:lnTo>
                    <a:pt x="2606125" y="1421899"/>
                  </a:lnTo>
                  <a:lnTo>
                    <a:pt x="2587584" y="1434287"/>
                  </a:lnTo>
                  <a:lnTo>
                    <a:pt x="2579136" y="1438274"/>
                  </a:lnTo>
                  <a:close/>
                </a:path>
              </a:pathLst>
            </a:custGeom>
            <a:solidFill>
              <a:srgbClr val="4A5462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9164374" y="8100924"/>
              <a:ext cx="2247900" cy="628650"/>
            </a:xfrm>
            <a:custGeom>
              <a:avLst/>
              <a:gdLst/>
              <a:ahLst/>
              <a:cxnLst/>
              <a:rect l="l" t="t" r="r" b="b"/>
              <a:pathLst>
                <a:path w="2247900" h="628650">
                  <a:moveTo>
                    <a:pt x="2171699" y="628649"/>
                  </a:moveTo>
                  <a:lnTo>
                    <a:pt x="76199" y="628649"/>
                  </a:lnTo>
                  <a:lnTo>
                    <a:pt x="68693" y="628287"/>
                  </a:lnTo>
                  <a:lnTo>
                    <a:pt x="27882" y="611382"/>
                  </a:lnTo>
                  <a:lnTo>
                    <a:pt x="3262" y="574536"/>
                  </a:lnTo>
                  <a:lnTo>
                    <a:pt x="0" y="552449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2171699" y="0"/>
                  </a:lnTo>
                  <a:lnTo>
                    <a:pt x="2214042" y="12830"/>
                  </a:lnTo>
                  <a:lnTo>
                    <a:pt x="2242099" y="47039"/>
                  </a:lnTo>
                  <a:lnTo>
                    <a:pt x="2247899" y="76199"/>
                  </a:lnTo>
                  <a:lnTo>
                    <a:pt x="2247899" y="552449"/>
                  </a:lnTo>
                  <a:lnTo>
                    <a:pt x="2235069" y="594792"/>
                  </a:lnTo>
                  <a:lnTo>
                    <a:pt x="2200860" y="622849"/>
                  </a:lnTo>
                  <a:lnTo>
                    <a:pt x="2171699" y="628649"/>
                  </a:lnTo>
                  <a:close/>
                </a:path>
              </a:pathLst>
            </a:custGeom>
            <a:solidFill>
              <a:srgbClr val="374050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9286874" y="8496300"/>
              <a:ext cx="2247900" cy="628650"/>
            </a:xfrm>
            <a:custGeom>
              <a:avLst/>
              <a:gdLst/>
              <a:ahLst/>
              <a:cxnLst/>
              <a:rect l="l" t="t" r="r" b="b"/>
              <a:pathLst>
                <a:path w="2247900" h="628650">
                  <a:moveTo>
                    <a:pt x="2171699" y="628649"/>
                  </a:moveTo>
                  <a:lnTo>
                    <a:pt x="76199" y="628649"/>
                  </a:lnTo>
                  <a:lnTo>
                    <a:pt x="68693" y="628287"/>
                  </a:lnTo>
                  <a:lnTo>
                    <a:pt x="27882" y="611382"/>
                  </a:lnTo>
                  <a:lnTo>
                    <a:pt x="3262" y="574536"/>
                  </a:lnTo>
                  <a:lnTo>
                    <a:pt x="0" y="552449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2171699" y="0"/>
                  </a:lnTo>
                  <a:lnTo>
                    <a:pt x="2208520" y="9524"/>
                  </a:lnTo>
                  <a:lnTo>
                    <a:pt x="71822" y="9524"/>
                  </a:lnTo>
                  <a:lnTo>
                    <a:pt x="67486" y="9951"/>
                  </a:lnTo>
                  <a:lnTo>
                    <a:pt x="32149" y="25957"/>
                  </a:lnTo>
                  <a:lnTo>
                    <a:pt x="11660" y="58898"/>
                  </a:lnTo>
                  <a:lnTo>
                    <a:pt x="9524" y="71821"/>
                  </a:lnTo>
                  <a:lnTo>
                    <a:pt x="9524" y="556827"/>
                  </a:lnTo>
                  <a:lnTo>
                    <a:pt x="23194" y="593132"/>
                  </a:lnTo>
                  <a:lnTo>
                    <a:pt x="54729" y="615724"/>
                  </a:lnTo>
                  <a:lnTo>
                    <a:pt x="71822" y="619124"/>
                  </a:lnTo>
                  <a:lnTo>
                    <a:pt x="2208520" y="619124"/>
                  </a:lnTo>
                  <a:lnTo>
                    <a:pt x="2207656" y="619641"/>
                  </a:lnTo>
                  <a:lnTo>
                    <a:pt x="2200860" y="622849"/>
                  </a:lnTo>
                  <a:lnTo>
                    <a:pt x="2193786" y="625387"/>
                  </a:lnTo>
                  <a:lnTo>
                    <a:pt x="2186568" y="627199"/>
                  </a:lnTo>
                  <a:lnTo>
                    <a:pt x="2179206" y="628287"/>
                  </a:lnTo>
                  <a:lnTo>
                    <a:pt x="2171699" y="628649"/>
                  </a:lnTo>
                  <a:close/>
                </a:path>
                <a:path w="2247900" h="628650">
                  <a:moveTo>
                    <a:pt x="2208520" y="619124"/>
                  </a:moveTo>
                  <a:lnTo>
                    <a:pt x="2176077" y="619124"/>
                  </a:lnTo>
                  <a:lnTo>
                    <a:pt x="2180413" y="618697"/>
                  </a:lnTo>
                  <a:lnTo>
                    <a:pt x="2189001" y="616989"/>
                  </a:lnTo>
                  <a:lnTo>
                    <a:pt x="2221941" y="596500"/>
                  </a:lnTo>
                  <a:lnTo>
                    <a:pt x="2237947" y="561163"/>
                  </a:lnTo>
                  <a:lnTo>
                    <a:pt x="2238374" y="556827"/>
                  </a:lnTo>
                  <a:lnTo>
                    <a:pt x="2238374" y="71821"/>
                  </a:lnTo>
                  <a:lnTo>
                    <a:pt x="2238066" y="68693"/>
                  </a:lnTo>
                  <a:lnTo>
                    <a:pt x="2237947" y="67486"/>
                  </a:lnTo>
                  <a:lnTo>
                    <a:pt x="2221941" y="32149"/>
                  </a:lnTo>
                  <a:lnTo>
                    <a:pt x="2189001" y="11660"/>
                  </a:lnTo>
                  <a:lnTo>
                    <a:pt x="2176077" y="9524"/>
                  </a:lnTo>
                  <a:lnTo>
                    <a:pt x="2208520" y="9524"/>
                  </a:lnTo>
                  <a:lnTo>
                    <a:pt x="2238891" y="40243"/>
                  </a:lnTo>
                  <a:lnTo>
                    <a:pt x="2247899" y="552449"/>
                  </a:lnTo>
                  <a:lnTo>
                    <a:pt x="2247537" y="559956"/>
                  </a:lnTo>
                  <a:lnTo>
                    <a:pt x="2230632" y="600767"/>
                  </a:lnTo>
                  <a:lnTo>
                    <a:pt x="2214170" y="615724"/>
                  </a:lnTo>
                  <a:lnTo>
                    <a:pt x="2208520" y="619124"/>
                  </a:lnTo>
                  <a:close/>
                </a:path>
              </a:pathLst>
            </a:custGeom>
            <a:solidFill>
              <a:srgbClr val="4A5462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87"/>
          <p:cNvSpPr txBox="1"/>
          <p:nvPr/>
        </p:nvSpPr>
        <p:spPr>
          <a:xfrm>
            <a:off x="6488945" y="5945715"/>
            <a:ext cx="1555750" cy="5969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95"/>
              </a:spcBef>
            </a:pPr>
            <a:endParaRPr lang="en-US" sz="1350" dirty="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</a:pPr>
            <a:r>
              <a:rPr lang="en-US" sz="115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P</a:t>
            </a:r>
            <a:r>
              <a:rPr lang="en-US" sz="1200" spc="-75" dirty="0">
                <a:solidFill>
                  <a:srgbClr val="FFFFFF"/>
                </a:solidFill>
                <a:latin typeface="Arial Narrow"/>
                <a:cs typeface="Arial Narrow"/>
              </a:rPr>
              <a:t>_</a:t>
            </a:r>
            <a:r>
              <a:rPr lang="en-US" sz="115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RECOMMENDATIONS</a:t>
            </a:r>
            <a:endParaRPr lang="en-US" sz="115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000" spc="-180" dirty="0" err="1">
                <a:solidFill>
                  <a:srgbClr val="9CA2AF"/>
                </a:solidFill>
                <a:latin typeface="Dotum"/>
                <a:cs typeface="Dotum"/>
              </a:rPr>
              <a:t>추천</a:t>
            </a:r>
            <a:r>
              <a:rPr sz="1000" spc="-85" dirty="0">
                <a:solidFill>
                  <a:srgbClr val="9CA2AF"/>
                </a:solidFill>
                <a:latin typeface="Dotum"/>
                <a:cs typeface="Dotum"/>
              </a:rPr>
              <a:t> </a:t>
            </a:r>
            <a:r>
              <a:rPr sz="1000" spc="-180" dirty="0">
                <a:solidFill>
                  <a:srgbClr val="9CA2AF"/>
                </a:solidFill>
                <a:latin typeface="Dotum"/>
                <a:cs typeface="Dotum"/>
              </a:rPr>
              <a:t>기록</a:t>
            </a:r>
            <a:r>
              <a:rPr sz="1000" spc="-85" dirty="0">
                <a:solidFill>
                  <a:srgbClr val="9CA2AF"/>
                </a:solidFill>
                <a:latin typeface="Dotum"/>
                <a:cs typeface="Dotum"/>
              </a:rPr>
              <a:t> </a:t>
            </a:r>
            <a:r>
              <a:rPr sz="1000" spc="-25" dirty="0">
                <a:solidFill>
                  <a:srgbClr val="9CA2AF"/>
                </a:solidFill>
                <a:latin typeface="Dotum"/>
                <a:cs typeface="Dotum"/>
              </a:rPr>
              <a:t>관리</a:t>
            </a:r>
            <a:endParaRPr sz="1000" dirty="0">
              <a:latin typeface="Dotum"/>
              <a:cs typeface="Dotum"/>
            </a:endParaRPr>
          </a:p>
        </p:txBody>
      </p:sp>
      <p:pic>
        <p:nvPicPr>
          <p:cNvPr id="105" name="그림 104">
            <a:extLst>
              <a:ext uri="{FF2B5EF4-FFF2-40B4-BE49-F238E27FC236}">
                <a16:creationId xmlns:a16="http://schemas.microsoft.com/office/drawing/2014/main" id="{6D40D13B-C049-1DC2-5230-6DE1C559D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686" y="689186"/>
            <a:ext cx="8701346" cy="5192309"/>
          </a:xfrm>
          <a:prstGeom prst="rect">
            <a:avLst/>
          </a:prstGeom>
        </p:spPr>
      </p:pic>
      <p:sp>
        <p:nvSpPr>
          <p:cNvPr id="62" name="object 62"/>
          <p:cNvSpPr/>
          <p:nvPr/>
        </p:nvSpPr>
        <p:spPr>
          <a:xfrm>
            <a:off x="9311811" y="5252845"/>
            <a:ext cx="2247900" cy="628650"/>
          </a:xfrm>
          <a:custGeom>
            <a:avLst/>
            <a:gdLst/>
            <a:ahLst/>
            <a:cxnLst/>
            <a:rect l="l" t="t" r="r" b="b"/>
            <a:pathLst>
              <a:path w="2247900" h="628650">
                <a:moveTo>
                  <a:pt x="2171699" y="628649"/>
                </a:moveTo>
                <a:lnTo>
                  <a:pt x="76199" y="628649"/>
                </a:lnTo>
                <a:lnTo>
                  <a:pt x="68693" y="628287"/>
                </a:lnTo>
                <a:lnTo>
                  <a:pt x="27882" y="611382"/>
                </a:lnTo>
                <a:lnTo>
                  <a:pt x="3262" y="574536"/>
                </a:lnTo>
                <a:lnTo>
                  <a:pt x="0" y="552449"/>
                </a:lnTo>
                <a:lnTo>
                  <a:pt x="0" y="76199"/>
                </a:lnTo>
                <a:lnTo>
                  <a:pt x="12830" y="33857"/>
                </a:lnTo>
                <a:lnTo>
                  <a:pt x="47039" y="5800"/>
                </a:lnTo>
                <a:lnTo>
                  <a:pt x="76199" y="0"/>
                </a:lnTo>
                <a:lnTo>
                  <a:pt x="2171699" y="0"/>
                </a:lnTo>
                <a:lnTo>
                  <a:pt x="2214042" y="12830"/>
                </a:lnTo>
                <a:lnTo>
                  <a:pt x="2242099" y="47039"/>
                </a:lnTo>
                <a:lnTo>
                  <a:pt x="2247899" y="76199"/>
                </a:lnTo>
                <a:lnTo>
                  <a:pt x="2247899" y="552449"/>
                </a:lnTo>
                <a:lnTo>
                  <a:pt x="2235069" y="594792"/>
                </a:lnTo>
                <a:lnTo>
                  <a:pt x="2200860" y="622849"/>
                </a:lnTo>
                <a:lnTo>
                  <a:pt x="2171699" y="628649"/>
                </a:lnTo>
                <a:close/>
              </a:path>
            </a:pathLst>
          </a:custGeom>
          <a:solidFill>
            <a:srgbClr val="374050">
              <a:alpha val="79998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62">
            <a:extLst>
              <a:ext uri="{FF2B5EF4-FFF2-40B4-BE49-F238E27FC236}">
                <a16:creationId xmlns:a16="http://schemas.microsoft.com/office/drawing/2014/main" id="{9AC6D39F-6F22-3656-D7F9-764786E094EF}"/>
              </a:ext>
            </a:extLst>
          </p:cNvPr>
          <p:cNvSpPr/>
          <p:nvPr/>
        </p:nvSpPr>
        <p:spPr>
          <a:xfrm>
            <a:off x="9306710" y="5950884"/>
            <a:ext cx="2247900" cy="429291"/>
          </a:xfrm>
          <a:custGeom>
            <a:avLst/>
            <a:gdLst/>
            <a:ahLst/>
            <a:cxnLst/>
            <a:rect l="l" t="t" r="r" b="b"/>
            <a:pathLst>
              <a:path w="2247900" h="628650">
                <a:moveTo>
                  <a:pt x="2171699" y="628649"/>
                </a:moveTo>
                <a:lnTo>
                  <a:pt x="76199" y="628649"/>
                </a:lnTo>
                <a:lnTo>
                  <a:pt x="68693" y="628287"/>
                </a:lnTo>
                <a:lnTo>
                  <a:pt x="27882" y="611382"/>
                </a:lnTo>
                <a:lnTo>
                  <a:pt x="3262" y="574536"/>
                </a:lnTo>
                <a:lnTo>
                  <a:pt x="0" y="552449"/>
                </a:lnTo>
                <a:lnTo>
                  <a:pt x="0" y="76199"/>
                </a:lnTo>
                <a:lnTo>
                  <a:pt x="12830" y="33857"/>
                </a:lnTo>
                <a:lnTo>
                  <a:pt x="47039" y="5800"/>
                </a:lnTo>
                <a:lnTo>
                  <a:pt x="76199" y="0"/>
                </a:lnTo>
                <a:lnTo>
                  <a:pt x="2171699" y="0"/>
                </a:lnTo>
                <a:lnTo>
                  <a:pt x="2214042" y="12830"/>
                </a:lnTo>
                <a:lnTo>
                  <a:pt x="2242099" y="47039"/>
                </a:lnTo>
                <a:lnTo>
                  <a:pt x="2247899" y="76199"/>
                </a:lnTo>
                <a:lnTo>
                  <a:pt x="2247899" y="552449"/>
                </a:lnTo>
                <a:lnTo>
                  <a:pt x="2235069" y="594792"/>
                </a:lnTo>
                <a:lnTo>
                  <a:pt x="2200860" y="622849"/>
                </a:lnTo>
                <a:lnTo>
                  <a:pt x="2171699" y="628649"/>
                </a:lnTo>
                <a:close/>
              </a:path>
            </a:pathLst>
          </a:custGeom>
          <a:solidFill>
            <a:srgbClr val="374050">
              <a:alpha val="79998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1" name="object 81"/>
          <p:cNvSpPr txBox="1"/>
          <p:nvPr/>
        </p:nvSpPr>
        <p:spPr>
          <a:xfrm>
            <a:off x="9397850" y="4763697"/>
            <a:ext cx="904875" cy="154876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15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P</a:t>
            </a:r>
            <a:r>
              <a:rPr sz="1200" spc="-55" dirty="0">
                <a:solidFill>
                  <a:srgbClr val="FFFFFF"/>
                </a:solidFill>
                <a:latin typeface="Arial Narrow"/>
                <a:cs typeface="Arial Narrow"/>
              </a:rPr>
              <a:t>_</a:t>
            </a:r>
            <a:r>
              <a:rPr sz="115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ACTIVITIES</a:t>
            </a:r>
            <a:endParaRPr sz="115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000" spc="-180" dirty="0">
                <a:solidFill>
                  <a:srgbClr val="9CA2AF"/>
                </a:solidFill>
                <a:latin typeface="Dotum"/>
                <a:cs typeface="Dotum"/>
              </a:rPr>
              <a:t>활동</a:t>
            </a:r>
            <a:r>
              <a:rPr sz="1000" spc="-85" dirty="0">
                <a:solidFill>
                  <a:srgbClr val="9CA2AF"/>
                </a:solidFill>
                <a:latin typeface="Dotum"/>
                <a:cs typeface="Dotum"/>
              </a:rPr>
              <a:t> </a:t>
            </a:r>
            <a:r>
              <a:rPr sz="1000" spc="-25" dirty="0">
                <a:solidFill>
                  <a:srgbClr val="9CA2AF"/>
                </a:solidFill>
                <a:latin typeface="Dotum"/>
                <a:cs typeface="Dotum"/>
              </a:rPr>
              <a:t>분류</a:t>
            </a:r>
            <a:endParaRPr sz="1000" dirty="0">
              <a:latin typeface="Dotum"/>
              <a:cs typeface="Dotum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sz="900" dirty="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5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P</a:t>
            </a:r>
            <a:r>
              <a:rPr sz="1200" spc="-55" dirty="0">
                <a:solidFill>
                  <a:srgbClr val="FFFFFF"/>
                </a:solidFill>
                <a:latin typeface="Arial Narrow"/>
                <a:cs typeface="Arial Narrow"/>
              </a:rPr>
              <a:t>_</a:t>
            </a:r>
            <a:r>
              <a:rPr sz="115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EMOTIONS</a:t>
            </a:r>
            <a:endParaRPr sz="115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000" spc="-180" dirty="0">
                <a:solidFill>
                  <a:srgbClr val="9CA2AF"/>
                </a:solidFill>
                <a:latin typeface="Dotum"/>
                <a:cs typeface="Dotum"/>
              </a:rPr>
              <a:t>감정</a:t>
            </a:r>
            <a:r>
              <a:rPr sz="1000" spc="-85" dirty="0">
                <a:solidFill>
                  <a:srgbClr val="9CA2AF"/>
                </a:solidFill>
                <a:latin typeface="Dotum"/>
                <a:cs typeface="Dotum"/>
              </a:rPr>
              <a:t> </a:t>
            </a:r>
            <a:r>
              <a:rPr sz="1000" spc="-25" dirty="0">
                <a:solidFill>
                  <a:srgbClr val="9CA2AF"/>
                </a:solidFill>
                <a:latin typeface="Dotum"/>
                <a:cs typeface="Dotum"/>
              </a:rPr>
              <a:t>분류</a:t>
            </a:r>
            <a:endParaRPr sz="1000" dirty="0">
              <a:latin typeface="Dotum"/>
              <a:cs typeface="Dotum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sz="900" dirty="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</a:t>
            </a:r>
            <a:r>
              <a:rPr sz="1200" spc="-10" dirty="0">
                <a:solidFill>
                  <a:srgbClr val="FFFFFF"/>
                </a:solidFill>
                <a:latin typeface="Arial Narrow"/>
                <a:cs typeface="Arial Narrow"/>
              </a:rPr>
              <a:t>_</a:t>
            </a:r>
            <a:r>
              <a:rPr sz="11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ORIGINS</a:t>
            </a:r>
            <a:endParaRPr sz="115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000" spc="-180" dirty="0">
                <a:solidFill>
                  <a:srgbClr val="9CA2AF"/>
                </a:solidFill>
                <a:latin typeface="Dotum"/>
                <a:cs typeface="Dotum"/>
              </a:rPr>
              <a:t>국가별</a:t>
            </a:r>
            <a:r>
              <a:rPr sz="1000" spc="-85" dirty="0">
                <a:solidFill>
                  <a:srgbClr val="9CA2AF"/>
                </a:solidFill>
                <a:latin typeface="Dotum"/>
                <a:cs typeface="Dotum"/>
              </a:rPr>
              <a:t> </a:t>
            </a:r>
            <a:r>
              <a:rPr sz="1000" spc="-25" dirty="0">
                <a:solidFill>
                  <a:srgbClr val="9CA2AF"/>
                </a:solidFill>
                <a:latin typeface="Dotum"/>
                <a:cs typeface="Dotum"/>
              </a:rPr>
              <a:t>분류</a:t>
            </a:r>
            <a:endParaRPr sz="1000" dirty="0">
              <a:latin typeface="Dotum"/>
              <a:cs typeface="Dotum"/>
            </a:endParaRPr>
          </a:p>
        </p:txBody>
      </p:sp>
      <p:sp>
        <p:nvSpPr>
          <p:cNvPr id="42" name="object 62">
            <a:extLst>
              <a:ext uri="{FF2B5EF4-FFF2-40B4-BE49-F238E27FC236}">
                <a16:creationId xmlns:a16="http://schemas.microsoft.com/office/drawing/2014/main" id="{23555A77-F9B6-A145-F9C7-D79A96D099C9}"/>
              </a:ext>
            </a:extLst>
          </p:cNvPr>
          <p:cNvSpPr/>
          <p:nvPr/>
        </p:nvSpPr>
        <p:spPr>
          <a:xfrm>
            <a:off x="9273476" y="4044455"/>
            <a:ext cx="2247900" cy="628650"/>
          </a:xfrm>
          <a:custGeom>
            <a:avLst/>
            <a:gdLst/>
            <a:ahLst/>
            <a:cxnLst/>
            <a:rect l="l" t="t" r="r" b="b"/>
            <a:pathLst>
              <a:path w="2247900" h="628650">
                <a:moveTo>
                  <a:pt x="2171699" y="628649"/>
                </a:moveTo>
                <a:lnTo>
                  <a:pt x="76199" y="628649"/>
                </a:lnTo>
                <a:lnTo>
                  <a:pt x="68693" y="628287"/>
                </a:lnTo>
                <a:lnTo>
                  <a:pt x="27882" y="611382"/>
                </a:lnTo>
                <a:lnTo>
                  <a:pt x="3262" y="574536"/>
                </a:lnTo>
                <a:lnTo>
                  <a:pt x="0" y="552449"/>
                </a:lnTo>
                <a:lnTo>
                  <a:pt x="0" y="76199"/>
                </a:lnTo>
                <a:lnTo>
                  <a:pt x="12830" y="33857"/>
                </a:lnTo>
                <a:lnTo>
                  <a:pt x="47039" y="5800"/>
                </a:lnTo>
                <a:lnTo>
                  <a:pt x="76199" y="0"/>
                </a:lnTo>
                <a:lnTo>
                  <a:pt x="2171699" y="0"/>
                </a:lnTo>
                <a:lnTo>
                  <a:pt x="2214042" y="12830"/>
                </a:lnTo>
                <a:lnTo>
                  <a:pt x="2242099" y="47039"/>
                </a:lnTo>
                <a:lnTo>
                  <a:pt x="2247899" y="76199"/>
                </a:lnTo>
                <a:lnTo>
                  <a:pt x="2247899" y="552449"/>
                </a:lnTo>
                <a:lnTo>
                  <a:pt x="2235069" y="594792"/>
                </a:lnTo>
                <a:lnTo>
                  <a:pt x="2200860" y="622849"/>
                </a:lnTo>
                <a:lnTo>
                  <a:pt x="2171699" y="628649"/>
                </a:lnTo>
                <a:close/>
              </a:path>
            </a:pathLst>
          </a:custGeom>
          <a:solidFill>
            <a:srgbClr val="374050">
              <a:alpha val="79998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76"/>
          <p:cNvSpPr txBox="1"/>
          <p:nvPr/>
        </p:nvSpPr>
        <p:spPr>
          <a:xfrm>
            <a:off x="9461349" y="4197943"/>
            <a:ext cx="701675" cy="36766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150" spc="-105" dirty="0">
                <a:solidFill>
                  <a:srgbClr val="FFFFFF"/>
                </a:solidFill>
                <a:latin typeface="Microsoft Sans Serif"/>
                <a:cs typeface="Microsoft Sans Serif"/>
              </a:rPr>
              <a:t>P</a:t>
            </a:r>
            <a:r>
              <a:rPr sz="1200" spc="-105" dirty="0">
                <a:solidFill>
                  <a:srgbClr val="FFFFFF"/>
                </a:solidFill>
                <a:latin typeface="Arial Narrow"/>
                <a:cs typeface="Arial Narrow"/>
              </a:rPr>
              <a:t>_</a:t>
            </a:r>
            <a:r>
              <a:rPr sz="1150" spc="-105" dirty="0">
                <a:solidFill>
                  <a:srgbClr val="FFFFFF"/>
                </a:solidFill>
                <a:latin typeface="Microsoft Sans Serif"/>
                <a:cs typeface="Microsoft Sans Serif"/>
              </a:rPr>
              <a:t>GENRES</a:t>
            </a:r>
            <a:endParaRPr sz="115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000" spc="-180" dirty="0">
                <a:solidFill>
                  <a:srgbClr val="9CA2AF"/>
                </a:solidFill>
                <a:latin typeface="Dotum"/>
                <a:cs typeface="Dotum"/>
              </a:rPr>
              <a:t>장르</a:t>
            </a:r>
            <a:r>
              <a:rPr sz="1000" spc="-85" dirty="0">
                <a:solidFill>
                  <a:srgbClr val="9CA2AF"/>
                </a:solidFill>
                <a:latin typeface="Dotum"/>
                <a:cs typeface="Dotum"/>
              </a:rPr>
              <a:t> </a:t>
            </a:r>
            <a:r>
              <a:rPr sz="1000" spc="-25" dirty="0">
                <a:solidFill>
                  <a:srgbClr val="9CA2AF"/>
                </a:solidFill>
                <a:latin typeface="Dotum"/>
                <a:cs typeface="Dotum"/>
              </a:rPr>
              <a:t>분류</a:t>
            </a:r>
            <a:endParaRPr sz="1000" dirty="0">
              <a:latin typeface="Dotum"/>
              <a:cs typeface="Dotum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1845E00-B9AD-5F68-E8AF-A268CD3C87E8}"/>
              </a:ext>
            </a:extLst>
          </p:cNvPr>
          <p:cNvSpPr txBox="1"/>
          <p:nvPr/>
        </p:nvSpPr>
        <p:spPr>
          <a:xfrm>
            <a:off x="9350361" y="3632720"/>
            <a:ext cx="1822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음악 분류 체계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4" name="object 68">
            <a:extLst>
              <a:ext uri="{FF2B5EF4-FFF2-40B4-BE49-F238E27FC236}">
                <a16:creationId xmlns:a16="http://schemas.microsoft.com/office/drawing/2014/main" id="{2E093394-DB30-7847-5A60-9E42E891C04D}"/>
              </a:ext>
            </a:extLst>
          </p:cNvPr>
          <p:cNvSpPr/>
          <p:nvPr/>
        </p:nvSpPr>
        <p:spPr>
          <a:xfrm>
            <a:off x="9166721" y="731779"/>
            <a:ext cx="2647950" cy="2655312"/>
          </a:xfrm>
          <a:custGeom>
            <a:avLst/>
            <a:gdLst/>
            <a:ahLst/>
            <a:cxnLst/>
            <a:rect l="l" t="t" r="r" b="b"/>
            <a:pathLst>
              <a:path w="2647950" h="1924050">
                <a:moveTo>
                  <a:pt x="2533649" y="1924049"/>
                </a:moveTo>
                <a:lnTo>
                  <a:pt x="114299" y="1924049"/>
                </a:lnTo>
                <a:lnTo>
                  <a:pt x="103040" y="1923505"/>
                </a:lnTo>
                <a:lnTo>
                  <a:pt x="60364" y="1910537"/>
                </a:lnTo>
                <a:lnTo>
                  <a:pt x="25900" y="1882225"/>
                </a:lnTo>
                <a:lnTo>
                  <a:pt x="4894" y="1842879"/>
                </a:lnTo>
                <a:lnTo>
                  <a:pt x="0" y="1809749"/>
                </a:lnTo>
                <a:lnTo>
                  <a:pt x="0" y="114299"/>
                </a:lnTo>
                <a:lnTo>
                  <a:pt x="8700" y="70559"/>
                </a:lnTo>
                <a:lnTo>
                  <a:pt x="33477" y="33477"/>
                </a:lnTo>
                <a:lnTo>
                  <a:pt x="70559" y="8700"/>
                </a:lnTo>
                <a:lnTo>
                  <a:pt x="114299" y="0"/>
                </a:lnTo>
                <a:lnTo>
                  <a:pt x="2533649" y="0"/>
                </a:lnTo>
                <a:lnTo>
                  <a:pt x="2577390" y="8700"/>
                </a:lnTo>
                <a:lnTo>
                  <a:pt x="2614472" y="33477"/>
                </a:lnTo>
                <a:lnTo>
                  <a:pt x="2639249" y="70559"/>
                </a:lnTo>
                <a:lnTo>
                  <a:pt x="2647949" y="114299"/>
                </a:lnTo>
                <a:lnTo>
                  <a:pt x="2647949" y="1809749"/>
                </a:lnTo>
                <a:lnTo>
                  <a:pt x="2639249" y="1853490"/>
                </a:lnTo>
                <a:lnTo>
                  <a:pt x="2614472" y="1890571"/>
                </a:lnTo>
                <a:lnTo>
                  <a:pt x="2577390" y="1915349"/>
                </a:lnTo>
                <a:lnTo>
                  <a:pt x="2533649" y="1924049"/>
                </a:lnTo>
                <a:close/>
              </a:path>
            </a:pathLst>
          </a:custGeom>
          <a:solidFill>
            <a:srgbClr val="1F2937">
              <a:alpha val="850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75"/>
          <p:cNvSpPr txBox="1"/>
          <p:nvPr/>
        </p:nvSpPr>
        <p:spPr>
          <a:xfrm>
            <a:off x="9359750" y="974918"/>
            <a:ext cx="1450341" cy="353302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15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P</a:t>
            </a:r>
            <a:r>
              <a:rPr sz="1200" spc="-50" dirty="0">
                <a:solidFill>
                  <a:srgbClr val="FFFFFF"/>
                </a:solidFill>
                <a:latin typeface="Arial Narrow"/>
                <a:cs typeface="Arial Narrow"/>
              </a:rPr>
              <a:t>_</a:t>
            </a:r>
            <a:r>
              <a:rPr lang="en-US" sz="115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MUSIC</a:t>
            </a:r>
            <a:endParaRPr sz="115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000" spc="-180" dirty="0" err="1">
                <a:solidFill>
                  <a:srgbClr val="9CA2AF"/>
                </a:solidFill>
                <a:latin typeface="Dotum"/>
                <a:cs typeface="Dotum"/>
              </a:rPr>
              <a:t>음악</a:t>
            </a:r>
            <a:r>
              <a:rPr sz="1000" spc="-85" dirty="0">
                <a:solidFill>
                  <a:srgbClr val="9CA2AF"/>
                </a:solidFill>
                <a:latin typeface="Dotum"/>
                <a:cs typeface="Dotum"/>
              </a:rPr>
              <a:t> </a:t>
            </a:r>
            <a:r>
              <a:rPr sz="1000" spc="-25" dirty="0" err="1">
                <a:solidFill>
                  <a:srgbClr val="9CA2AF"/>
                </a:solidFill>
                <a:latin typeface="Dotum"/>
                <a:cs typeface="Dotum"/>
              </a:rPr>
              <a:t>정보</a:t>
            </a:r>
            <a:r>
              <a:rPr lang="en-US" sz="1000" spc="-25" dirty="0">
                <a:solidFill>
                  <a:srgbClr val="9CA2AF"/>
                </a:solidFill>
                <a:latin typeface="Dotum"/>
                <a:cs typeface="Dotum"/>
              </a:rPr>
              <a:t> </a:t>
            </a:r>
            <a:r>
              <a:rPr lang="ko-KR" altLang="en-US" sz="1000" spc="-25" dirty="0">
                <a:solidFill>
                  <a:srgbClr val="9CA2AF"/>
                </a:solidFill>
                <a:latin typeface="Dotum"/>
                <a:cs typeface="Dotum"/>
              </a:rPr>
              <a:t>저장</a:t>
            </a:r>
            <a:endParaRPr sz="1000" dirty="0">
              <a:latin typeface="Dotum"/>
              <a:cs typeface="Dotum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E8BD5B-1B8C-B89A-3978-805F76FDFCE2}"/>
              </a:ext>
            </a:extLst>
          </p:cNvPr>
          <p:cNvSpPr txBox="1"/>
          <p:nvPr/>
        </p:nvSpPr>
        <p:spPr>
          <a:xfrm>
            <a:off x="9290682" y="1442400"/>
            <a:ext cx="1450341" cy="700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1150" b="0" i="0" u="none" strike="noStrike" kern="0" cap="none" spc="-10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Sans Serif"/>
                <a:cs typeface="Microsoft Sans Serif"/>
              </a:rPr>
              <a:t>P_LIKES</a:t>
            </a: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spc="-180" dirty="0">
                <a:solidFill>
                  <a:srgbClr val="9CA2AF"/>
                </a:solidFill>
                <a:latin typeface="Dotum"/>
                <a:cs typeface="Dotum"/>
              </a:rPr>
              <a:t>좋아요  기록 저장  테이블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otum"/>
              <a:cs typeface="Dotum"/>
            </a:endParaRPr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CD367E-06C8-02FB-D300-8593947880A0}"/>
              </a:ext>
            </a:extLst>
          </p:cNvPr>
          <p:cNvSpPr txBox="1"/>
          <p:nvPr/>
        </p:nvSpPr>
        <p:spPr>
          <a:xfrm>
            <a:off x="9314803" y="2020086"/>
            <a:ext cx="1505991" cy="423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0" cap="none" spc="-10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Sans Serif"/>
                <a:cs typeface="Microsoft Sans Serif"/>
              </a:rPr>
              <a:t>P_USER</a:t>
            </a: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-180" normalizeH="0" baseline="0" noProof="0" dirty="0">
                <a:ln>
                  <a:noFill/>
                </a:ln>
                <a:solidFill>
                  <a:srgbClr val="9CA2AF"/>
                </a:solidFill>
                <a:effectLst/>
                <a:uLnTx/>
                <a:uFillTx/>
                <a:latin typeface="Dotum"/>
                <a:cs typeface="Dotum"/>
              </a:rPr>
              <a:t>유저 정보 저장 테이블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AD3225-7C8A-320F-1ABA-30332AE0BBB9}"/>
              </a:ext>
            </a:extLst>
          </p:cNvPr>
          <p:cNvSpPr txBox="1"/>
          <p:nvPr/>
        </p:nvSpPr>
        <p:spPr>
          <a:xfrm>
            <a:off x="9328931" y="2517501"/>
            <a:ext cx="1252347" cy="423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0" cap="none" spc="-10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Sans Serif"/>
                <a:cs typeface="Microsoft Sans Serif"/>
              </a:rPr>
              <a:t>P_COMMENT</a:t>
            </a: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spc="-180" dirty="0">
                <a:solidFill>
                  <a:srgbClr val="9CA2AF"/>
                </a:solidFill>
                <a:latin typeface="Dotum"/>
                <a:cs typeface="Dotum"/>
              </a:rPr>
              <a:t>댓글 저장 테이블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A20939-0969-C1DB-0CD1-9194DAB60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000" y="109107"/>
            <a:ext cx="2755999" cy="477054"/>
          </a:xfrm>
        </p:spPr>
        <p:txBody>
          <a:bodyPr/>
          <a:lstStyle/>
          <a:p>
            <a:r>
              <a:rPr lang="en-US" dirty="0"/>
              <a:t>Table</a:t>
            </a:r>
            <a:r>
              <a:rPr lang="ko-KR" altLang="en-US" dirty="0"/>
              <a:t> 설명</a:t>
            </a:r>
            <a:r>
              <a:rPr lang="en-US" altLang="ko-KR" dirty="0"/>
              <a:t>(1)</a:t>
            </a:r>
            <a:endParaRPr 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13D4FD8-6B69-20E7-9D15-C60B74B911C3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7848600" y="1525826"/>
            <a:ext cx="3551478" cy="830997"/>
          </a:xfrm>
        </p:spPr>
        <p:txBody>
          <a:bodyPr/>
          <a:lstStyle/>
          <a:p>
            <a:pPr marL="514350" indent="-514350">
              <a:buAutoNum type="arabicParenR"/>
            </a:pPr>
            <a:r>
              <a:rPr lang="en-US" altLang="ko-KR" dirty="0">
                <a:solidFill>
                  <a:schemeClr val="bg1"/>
                </a:solidFill>
              </a:rPr>
              <a:t>P_USERID </a:t>
            </a:r>
            <a:r>
              <a:rPr lang="ko-KR" altLang="en-US" dirty="0">
                <a:solidFill>
                  <a:schemeClr val="bg1"/>
                </a:solidFill>
              </a:rPr>
              <a:t>테이블</a:t>
            </a:r>
            <a:endParaRPr lang="en-US" altLang="ko-KR" dirty="0">
              <a:solidFill>
                <a:schemeClr val="bg1"/>
              </a:solidFill>
            </a:endParaRPr>
          </a:p>
          <a:p>
            <a:r>
              <a:rPr lang="en-US" altLang="ko-KR" dirty="0">
                <a:solidFill>
                  <a:schemeClr val="bg1"/>
                </a:solidFill>
              </a:rPr>
              <a:t>-</a:t>
            </a:r>
            <a:r>
              <a:rPr lang="ko-KR" altLang="en-US" dirty="0">
                <a:solidFill>
                  <a:schemeClr val="bg1"/>
                </a:solidFill>
              </a:rPr>
              <a:t>회원가입 시 사용자가 입력하는 아이디와 패스워드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닉네임을 받아 테이블에 저장</a:t>
            </a:r>
            <a:endParaRPr lang="en-US" altLang="ko-KR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0D8F0757-1B07-3CE9-6727-D1B7814FD60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524000" y="1270522"/>
            <a:ext cx="6096000" cy="189032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F94ED4E-41E2-9302-E349-473CC84D3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3440261"/>
            <a:ext cx="9643406" cy="189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511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A36C06-747C-D30D-507C-02AE79381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000" y="109107"/>
            <a:ext cx="2755999" cy="477054"/>
          </a:xfrm>
        </p:spPr>
        <p:txBody>
          <a:bodyPr/>
          <a:lstStyle/>
          <a:p>
            <a:r>
              <a:rPr lang="en-US" dirty="0"/>
              <a:t>Table </a:t>
            </a:r>
            <a:r>
              <a:rPr lang="ko-KR" altLang="en-US" dirty="0"/>
              <a:t>설명</a:t>
            </a:r>
            <a:r>
              <a:rPr lang="en-US" altLang="ko-KR" dirty="0"/>
              <a:t>(2)</a:t>
            </a:r>
            <a:endParaRPr 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D82876F-C0A8-FC7C-5DC7-728B155DBE46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5198743" y="821416"/>
            <a:ext cx="3287986" cy="5755422"/>
          </a:xfrm>
        </p:spPr>
        <p:txBody>
          <a:bodyPr/>
          <a:lstStyle/>
          <a:p>
            <a:r>
              <a:rPr lang="en-US" sz="1700" dirty="0">
                <a:solidFill>
                  <a:schemeClr val="bg1"/>
                </a:solidFill>
              </a:rPr>
              <a:t>P_ACTIVITIES</a:t>
            </a:r>
          </a:p>
          <a:p>
            <a:r>
              <a:rPr lang="ko-KR" altLang="en-US" sz="1700" dirty="0">
                <a:solidFill>
                  <a:schemeClr val="bg1"/>
                </a:solidFill>
              </a:rPr>
              <a:t>현재 어떤 활동을 하고 있는지 감고 있는 테이블</a:t>
            </a:r>
            <a:endParaRPr lang="en-US" altLang="ko-KR" sz="1700" dirty="0">
              <a:solidFill>
                <a:schemeClr val="bg1"/>
              </a:solidFill>
            </a:endParaRPr>
          </a:p>
          <a:p>
            <a:r>
              <a:rPr lang="en-US" sz="1700" dirty="0">
                <a:solidFill>
                  <a:schemeClr val="bg1"/>
                </a:solidFill>
              </a:rPr>
              <a:t>ACTIVITY_ID</a:t>
            </a:r>
            <a:r>
              <a:rPr lang="ko-KR" altLang="en-US" sz="1700" dirty="0">
                <a:solidFill>
                  <a:schemeClr val="bg1"/>
                </a:solidFill>
              </a:rPr>
              <a:t>가 </a:t>
            </a:r>
            <a:r>
              <a:rPr lang="en-US" altLang="ko-KR" sz="1700" dirty="0">
                <a:solidFill>
                  <a:schemeClr val="bg1"/>
                </a:solidFill>
              </a:rPr>
              <a:t>PK</a:t>
            </a:r>
          </a:p>
          <a:p>
            <a:endParaRPr lang="en-US" sz="1700" dirty="0">
              <a:solidFill>
                <a:schemeClr val="bg1"/>
              </a:solidFill>
            </a:endParaRPr>
          </a:p>
          <a:p>
            <a:endParaRPr lang="en-US" sz="1700" dirty="0">
              <a:solidFill>
                <a:schemeClr val="bg1"/>
              </a:solidFill>
            </a:endParaRPr>
          </a:p>
          <a:p>
            <a:r>
              <a:rPr lang="en-US" sz="1700" dirty="0">
                <a:solidFill>
                  <a:schemeClr val="bg1"/>
                </a:solidFill>
              </a:rPr>
              <a:t>P_GENRES</a:t>
            </a:r>
          </a:p>
          <a:p>
            <a:r>
              <a:rPr lang="ko-KR" altLang="en-US" sz="1700" dirty="0">
                <a:solidFill>
                  <a:schemeClr val="bg1"/>
                </a:solidFill>
              </a:rPr>
              <a:t>현재 어떤 장르가 듣고 싶은지에 대한 정보를 저장하는 테이블</a:t>
            </a:r>
            <a:endParaRPr lang="en-US" altLang="ko-KR" sz="1700" dirty="0">
              <a:solidFill>
                <a:schemeClr val="bg1"/>
              </a:solidFill>
            </a:endParaRPr>
          </a:p>
          <a:p>
            <a:r>
              <a:rPr lang="en-US" sz="1700" dirty="0">
                <a:solidFill>
                  <a:schemeClr val="bg1"/>
                </a:solidFill>
              </a:rPr>
              <a:t>GENRE_ID</a:t>
            </a:r>
            <a:r>
              <a:rPr lang="ko-KR" altLang="en-US" sz="1700" dirty="0">
                <a:solidFill>
                  <a:schemeClr val="bg1"/>
                </a:solidFill>
              </a:rPr>
              <a:t>가 </a:t>
            </a:r>
            <a:r>
              <a:rPr lang="en-US" altLang="ko-KR" sz="1700" dirty="0">
                <a:solidFill>
                  <a:schemeClr val="bg1"/>
                </a:solidFill>
              </a:rPr>
              <a:t>PK</a:t>
            </a:r>
          </a:p>
          <a:p>
            <a:endParaRPr lang="en-US" sz="1700" dirty="0">
              <a:solidFill>
                <a:schemeClr val="bg1"/>
              </a:solidFill>
            </a:endParaRPr>
          </a:p>
          <a:p>
            <a:endParaRPr lang="en-US" sz="1700" dirty="0">
              <a:solidFill>
                <a:schemeClr val="bg1"/>
              </a:solidFill>
            </a:endParaRPr>
          </a:p>
          <a:p>
            <a:endParaRPr lang="en-US" sz="1700" dirty="0">
              <a:solidFill>
                <a:schemeClr val="bg1"/>
              </a:solidFill>
            </a:endParaRPr>
          </a:p>
          <a:p>
            <a:r>
              <a:rPr lang="en-US" sz="1700" dirty="0">
                <a:solidFill>
                  <a:schemeClr val="bg1"/>
                </a:solidFill>
              </a:rPr>
              <a:t>P_EMOTION</a:t>
            </a:r>
          </a:p>
          <a:p>
            <a:r>
              <a:rPr lang="ko-KR" altLang="en-US" sz="1700" dirty="0">
                <a:solidFill>
                  <a:schemeClr val="bg1"/>
                </a:solidFill>
              </a:rPr>
              <a:t>현재 어떤 감정을 느끼고 있는지에 대한 정보를 담고 있는 테이블</a:t>
            </a:r>
            <a:endParaRPr lang="en-US" altLang="ko-KR" sz="1700" dirty="0">
              <a:solidFill>
                <a:schemeClr val="bg1"/>
              </a:solidFill>
            </a:endParaRPr>
          </a:p>
          <a:p>
            <a:r>
              <a:rPr lang="en-US" sz="1700" dirty="0">
                <a:solidFill>
                  <a:schemeClr val="bg1"/>
                </a:solidFill>
              </a:rPr>
              <a:t>EMOTION_ID</a:t>
            </a:r>
            <a:r>
              <a:rPr lang="ko-KR" altLang="en-US" sz="1700" dirty="0">
                <a:solidFill>
                  <a:schemeClr val="bg1"/>
                </a:solidFill>
              </a:rPr>
              <a:t>가 </a:t>
            </a:r>
            <a:r>
              <a:rPr lang="en-US" altLang="ko-KR" sz="1700" dirty="0">
                <a:solidFill>
                  <a:schemeClr val="bg1"/>
                </a:solidFill>
              </a:rPr>
              <a:t>PK</a:t>
            </a:r>
          </a:p>
          <a:p>
            <a:endParaRPr lang="en-US" sz="1700" dirty="0">
              <a:solidFill>
                <a:schemeClr val="bg1"/>
              </a:solidFill>
            </a:endParaRPr>
          </a:p>
          <a:p>
            <a:r>
              <a:rPr lang="en-US" sz="1700" dirty="0">
                <a:solidFill>
                  <a:schemeClr val="bg1"/>
                </a:solidFill>
              </a:rPr>
              <a:t>P_ORIGIN</a:t>
            </a:r>
          </a:p>
          <a:p>
            <a:r>
              <a:rPr lang="ko-KR" altLang="en-US" sz="1700" dirty="0">
                <a:solidFill>
                  <a:schemeClr val="bg1"/>
                </a:solidFill>
              </a:rPr>
              <a:t>국내 </a:t>
            </a:r>
            <a:r>
              <a:rPr lang="en-US" altLang="ko-KR" sz="1700" dirty="0">
                <a:solidFill>
                  <a:schemeClr val="bg1"/>
                </a:solidFill>
              </a:rPr>
              <a:t>/ </a:t>
            </a:r>
            <a:r>
              <a:rPr lang="ko-KR" altLang="en-US" sz="1700" dirty="0">
                <a:solidFill>
                  <a:schemeClr val="bg1"/>
                </a:solidFill>
              </a:rPr>
              <a:t>해외 음악 중 어떤 음악을 듣고 싶은지에 대한 정보를 저장하는 테이블 </a:t>
            </a:r>
            <a:r>
              <a:rPr lang="en-US" altLang="ko-KR" sz="1700" dirty="0">
                <a:solidFill>
                  <a:schemeClr val="bg1"/>
                </a:solidFill>
              </a:rPr>
              <a:t>ORIGIN_ID</a:t>
            </a:r>
            <a:r>
              <a:rPr lang="ko-KR" altLang="en-US" sz="1700" dirty="0">
                <a:solidFill>
                  <a:schemeClr val="bg1"/>
                </a:solidFill>
              </a:rPr>
              <a:t>가 </a:t>
            </a:r>
            <a:r>
              <a:rPr lang="en-US" altLang="ko-KR" sz="1700" dirty="0">
                <a:solidFill>
                  <a:schemeClr val="bg1"/>
                </a:solidFill>
              </a:rPr>
              <a:t>PK</a:t>
            </a:r>
            <a:endParaRPr lang="en-US" sz="1700" dirty="0">
              <a:solidFill>
                <a:schemeClr val="bg1"/>
              </a:solidFill>
            </a:endParaRP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358FD0DD-64B7-47E4-5EBA-1473CE87C03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03588" y="800944"/>
            <a:ext cx="3896269" cy="155279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0E4D1FC-474C-F7F2-DB4E-927F5B7B8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731" y="4399210"/>
            <a:ext cx="2876285" cy="16099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51D5D49-1E2A-5B03-F8E2-C26F4D6708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731" y="2353736"/>
            <a:ext cx="3662698" cy="204547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5FCB879-F303-2F90-37DF-51170AA8AD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731" y="6009160"/>
            <a:ext cx="3181794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393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CD260A-2C9E-9B2D-F822-4E5749F4E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000" y="109107"/>
            <a:ext cx="2755999" cy="477054"/>
          </a:xfrm>
        </p:spPr>
        <p:txBody>
          <a:bodyPr/>
          <a:lstStyle/>
          <a:p>
            <a:r>
              <a:rPr lang="en-US" dirty="0"/>
              <a:t>Table </a:t>
            </a:r>
            <a:r>
              <a:rPr lang="ko-KR" altLang="en-US" dirty="0"/>
              <a:t>설명</a:t>
            </a:r>
            <a:r>
              <a:rPr lang="en-US" altLang="ko-KR" dirty="0"/>
              <a:t>(3)</a:t>
            </a:r>
            <a:endParaRPr 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D188A7F-82C9-4579-9E4F-A77815DCC1A4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792479" y="4876006"/>
            <a:ext cx="5303520" cy="166199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P_MUSIC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ko-KR" altLang="en-US" dirty="0">
                <a:solidFill>
                  <a:schemeClr val="bg1"/>
                </a:solidFill>
              </a:rPr>
              <a:t>사용자의 선택에 맞춰 최대한 추천을 하기 위해 </a:t>
            </a:r>
            <a:r>
              <a:rPr lang="en-US" altLang="ko-KR" dirty="0">
                <a:solidFill>
                  <a:schemeClr val="bg1"/>
                </a:solidFill>
              </a:rPr>
              <a:t>250</a:t>
            </a:r>
            <a:r>
              <a:rPr lang="ko-KR" altLang="en-US" dirty="0">
                <a:solidFill>
                  <a:schemeClr val="bg1"/>
                </a:solidFill>
              </a:rPr>
              <a:t>개의 샘플 데이터를 구성</a:t>
            </a:r>
            <a:endParaRPr lang="en-US" altLang="ko-KR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ko-KR" altLang="en-US" dirty="0">
                <a:solidFill>
                  <a:schemeClr val="bg1"/>
                </a:solidFill>
              </a:rPr>
              <a:t>각각의 조건에 대한 </a:t>
            </a:r>
            <a:r>
              <a:rPr lang="en-US" altLang="ko-KR" dirty="0">
                <a:solidFill>
                  <a:schemeClr val="bg1"/>
                </a:solidFill>
              </a:rPr>
              <a:t>ID</a:t>
            </a:r>
            <a:r>
              <a:rPr lang="ko-KR" altLang="en-US" dirty="0">
                <a:solidFill>
                  <a:schemeClr val="bg1"/>
                </a:solidFill>
              </a:rPr>
              <a:t>를 외래키로 참조함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978BE507-12C9-4395-A569-28B6E394F7F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59504" y="1577340"/>
            <a:ext cx="5303838" cy="283681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9E1E966-704E-AADC-49B7-21B2AEB0B0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9545" y="1577340"/>
            <a:ext cx="5747655" cy="23080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4358CC-DC72-4B3E-9879-0BC1EC650CE9}"/>
              </a:ext>
            </a:extLst>
          </p:cNvPr>
          <p:cNvSpPr txBox="1"/>
          <p:nvPr/>
        </p:nvSpPr>
        <p:spPr>
          <a:xfrm>
            <a:off x="6324600" y="4876006"/>
            <a:ext cx="5867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P_RECOMMENDATIONS</a:t>
            </a:r>
          </a:p>
          <a:p>
            <a:r>
              <a:rPr 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USER_ID</a:t>
            </a: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와 추천 받은 노래에 대한 정보가 입력된 테이블</a:t>
            </a:r>
            <a:endParaRPr lang="en-US" altLang="ko-KR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여러 개의 추천을 받을 수 있으니 추천 받은 시간도 테이블에 입력 받아 각각의 추천을 구별할 수 있음</a:t>
            </a:r>
            <a:endParaRPr lang="en-US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87401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F5C745-D0A9-E0E2-13F3-A3B9F20FC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000" y="109107"/>
            <a:ext cx="2755999" cy="477054"/>
          </a:xfrm>
        </p:spPr>
        <p:txBody>
          <a:bodyPr/>
          <a:lstStyle/>
          <a:p>
            <a:r>
              <a:rPr lang="en-US" dirty="0"/>
              <a:t>Table </a:t>
            </a:r>
            <a:r>
              <a:rPr lang="ko-KR" altLang="en-US" dirty="0"/>
              <a:t>설명</a:t>
            </a:r>
            <a:r>
              <a:rPr lang="en-US" altLang="ko-KR" dirty="0"/>
              <a:t>(4)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A89A31-F5A6-8344-674D-6A3DCCF580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3607722"/>
            <a:ext cx="5303520" cy="249299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P_LIKES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ko-KR" altLang="en-US" dirty="0">
                <a:solidFill>
                  <a:schemeClr val="bg1"/>
                </a:solidFill>
              </a:rPr>
              <a:t>사용자 간 소통 기능을 구현하기 위한 좋아요 기능을 구현한 테이블</a:t>
            </a:r>
            <a:endParaRPr lang="en-US" altLang="ko-KR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LIKED_ID</a:t>
            </a:r>
            <a:r>
              <a:rPr lang="ko-KR" altLang="en-US" dirty="0">
                <a:solidFill>
                  <a:schemeClr val="bg1"/>
                </a:solidFill>
              </a:rPr>
              <a:t>가 </a:t>
            </a:r>
            <a:r>
              <a:rPr lang="en-US" altLang="ko-KR" dirty="0">
                <a:solidFill>
                  <a:schemeClr val="bg1"/>
                </a:solidFill>
              </a:rPr>
              <a:t>PK, USER_ID</a:t>
            </a:r>
            <a:r>
              <a:rPr lang="ko-KR" altLang="en-US" dirty="0">
                <a:solidFill>
                  <a:schemeClr val="bg1"/>
                </a:solidFill>
              </a:rPr>
              <a:t>와 </a:t>
            </a:r>
            <a:r>
              <a:rPr lang="en-US" altLang="ko-KR" dirty="0">
                <a:solidFill>
                  <a:schemeClr val="bg1"/>
                </a:solidFill>
              </a:rPr>
              <a:t>REC_ID</a:t>
            </a:r>
            <a:r>
              <a:rPr lang="ko-KR" altLang="en-US" dirty="0">
                <a:solidFill>
                  <a:schemeClr val="bg1"/>
                </a:solidFill>
              </a:rPr>
              <a:t>가 </a:t>
            </a:r>
            <a:r>
              <a:rPr lang="en-US" altLang="ko-KR" dirty="0">
                <a:solidFill>
                  <a:schemeClr val="bg1"/>
                </a:solidFill>
              </a:rPr>
              <a:t>FK</a:t>
            </a:r>
          </a:p>
          <a:p>
            <a:r>
              <a:rPr lang="en-US" dirty="0">
                <a:solidFill>
                  <a:schemeClr val="bg1"/>
                </a:solidFill>
              </a:rPr>
              <a:t>USER_ID</a:t>
            </a:r>
            <a:r>
              <a:rPr lang="ko-KR" altLang="en-US" dirty="0">
                <a:solidFill>
                  <a:schemeClr val="bg1"/>
                </a:solidFill>
              </a:rPr>
              <a:t>로 어떤 사용자가 </a:t>
            </a:r>
            <a:r>
              <a:rPr lang="ko-KR" altLang="en-US" dirty="0" err="1">
                <a:solidFill>
                  <a:schemeClr val="bg1"/>
                </a:solidFill>
              </a:rPr>
              <a:t>좋아요를</a:t>
            </a:r>
            <a:r>
              <a:rPr lang="ko-KR" altLang="en-US" dirty="0">
                <a:solidFill>
                  <a:schemeClr val="bg1"/>
                </a:solidFill>
              </a:rPr>
              <a:t> 눌렀는지 저장하고 </a:t>
            </a:r>
            <a:r>
              <a:rPr lang="en-US" altLang="ko-KR" dirty="0">
                <a:solidFill>
                  <a:schemeClr val="bg1"/>
                </a:solidFill>
              </a:rPr>
              <a:t>REC_ID</a:t>
            </a:r>
            <a:r>
              <a:rPr lang="ko-KR" altLang="en-US" dirty="0">
                <a:solidFill>
                  <a:schemeClr val="bg1"/>
                </a:solidFill>
              </a:rPr>
              <a:t>로 </a:t>
            </a:r>
            <a:r>
              <a:rPr lang="en-US" altLang="ko-KR" dirty="0">
                <a:solidFill>
                  <a:schemeClr val="bg1"/>
                </a:solidFill>
              </a:rPr>
              <a:t>P_RECOMMENDATIONS</a:t>
            </a:r>
            <a:r>
              <a:rPr lang="ko-KR" altLang="en-US" dirty="0">
                <a:solidFill>
                  <a:schemeClr val="bg1"/>
                </a:solidFill>
              </a:rPr>
              <a:t>테이블의 어떤 추천이었는지 확인 가능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AAFD51C-FF78-0391-E669-7D816BF2210C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6278880" y="3607722"/>
            <a:ext cx="5303520" cy="249299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P_COMMENTS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ko-KR" altLang="en-US" dirty="0">
                <a:solidFill>
                  <a:schemeClr val="bg1"/>
                </a:solidFill>
              </a:rPr>
              <a:t>사용자 간 소통 기능을 구현하기 위해 댓글을 저장하는 테이블</a:t>
            </a:r>
            <a:endParaRPr lang="en-US" altLang="ko-KR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COMMENT_ID</a:t>
            </a:r>
            <a:r>
              <a:rPr lang="ko-KR" altLang="en-US" dirty="0">
                <a:solidFill>
                  <a:schemeClr val="bg1"/>
                </a:solidFill>
              </a:rPr>
              <a:t>가 </a:t>
            </a:r>
            <a:r>
              <a:rPr lang="en-US" altLang="ko-KR" dirty="0">
                <a:solidFill>
                  <a:schemeClr val="bg1"/>
                </a:solidFill>
              </a:rPr>
              <a:t>PK, USER_ID</a:t>
            </a:r>
            <a:r>
              <a:rPr lang="ko-KR" altLang="en-US" dirty="0">
                <a:solidFill>
                  <a:schemeClr val="bg1"/>
                </a:solidFill>
              </a:rPr>
              <a:t>와 </a:t>
            </a:r>
            <a:r>
              <a:rPr lang="en-US" altLang="ko-KR" dirty="0">
                <a:solidFill>
                  <a:schemeClr val="bg1"/>
                </a:solidFill>
              </a:rPr>
              <a:t>REC_ID</a:t>
            </a:r>
            <a:r>
              <a:rPr lang="ko-KR" altLang="en-US" dirty="0">
                <a:solidFill>
                  <a:schemeClr val="bg1"/>
                </a:solidFill>
              </a:rPr>
              <a:t>가 </a:t>
            </a:r>
            <a:r>
              <a:rPr lang="en-US" altLang="ko-KR" dirty="0">
                <a:solidFill>
                  <a:schemeClr val="bg1"/>
                </a:solidFill>
              </a:rPr>
              <a:t>FK</a:t>
            </a:r>
          </a:p>
          <a:p>
            <a:r>
              <a:rPr lang="en-US" dirty="0">
                <a:solidFill>
                  <a:schemeClr val="bg1"/>
                </a:solidFill>
              </a:rPr>
              <a:t>USER_ID</a:t>
            </a:r>
            <a:r>
              <a:rPr lang="ko-KR" altLang="en-US" dirty="0">
                <a:solidFill>
                  <a:schemeClr val="bg1"/>
                </a:solidFill>
              </a:rPr>
              <a:t>로 어떤 사용자가 댓글을 달았는지 저장하고 </a:t>
            </a:r>
            <a:r>
              <a:rPr lang="en-US" altLang="ko-KR" dirty="0">
                <a:solidFill>
                  <a:schemeClr val="bg1"/>
                </a:solidFill>
              </a:rPr>
              <a:t>REC_ID</a:t>
            </a:r>
            <a:r>
              <a:rPr lang="ko-KR" altLang="en-US" dirty="0">
                <a:solidFill>
                  <a:schemeClr val="bg1"/>
                </a:solidFill>
              </a:rPr>
              <a:t>로 어떤 </a:t>
            </a:r>
            <a:r>
              <a:rPr lang="en-US" altLang="ko-KR" dirty="0">
                <a:solidFill>
                  <a:schemeClr val="bg1"/>
                </a:solidFill>
              </a:rPr>
              <a:t>P_RECOMMENDATIONS</a:t>
            </a:r>
            <a:r>
              <a:rPr lang="ko-KR" altLang="en-US" dirty="0">
                <a:solidFill>
                  <a:schemeClr val="bg1"/>
                </a:solidFill>
              </a:rPr>
              <a:t>테이블의 어떤 추천이었는지 확인 가능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64A4201-BDF0-763B-BEF0-5036C89C5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014" y="923493"/>
            <a:ext cx="4772691" cy="249589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A9D47A7-B2C6-7968-7DD7-C1BA39C56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162" y="923493"/>
            <a:ext cx="5884834" cy="249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197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3B307D-9C59-CCF2-9CEA-9C949003F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000" y="109107"/>
            <a:ext cx="2755999" cy="477054"/>
          </a:xfrm>
        </p:spPr>
        <p:txBody>
          <a:bodyPr/>
          <a:lstStyle/>
          <a:p>
            <a:r>
              <a:rPr lang="en-US" dirty="0"/>
              <a:t>SQL</a:t>
            </a:r>
            <a:r>
              <a:rPr lang="ko-KR" altLang="en-US" dirty="0"/>
              <a:t>문 설명</a:t>
            </a:r>
            <a:r>
              <a:rPr lang="en-US" altLang="ko-KR" dirty="0"/>
              <a:t>(1)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90A6C9-ADD6-4E9F-3F73-FD13EDB45F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21817" y="2677420"/>
            <a:ext cx="10124301" cy="1070037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rPr>
              <a:t>1) SELECT –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rPr>
              <a:t>사용자 맞춤 음악 추천 출력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rPr>
              <a:t>recommend_result.php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rPr>
              <a:t>각각의 테이블에 대한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rPr>
              <a:t>ID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rPr>
              <a:t>와 음악에 대한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rPr>
              <a:t>ID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rPr>
              <a:t>를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rPr>
              <a:t>Join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rPr>
              <a:t>시켜 사용자에게 출력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529E7FB-BA35-7CEA-0E57-D3F59E942F4D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1021816" y="5199460"/>
            <a:ext cx="10124301" cy="1292662"/>
          </a:xfrm>
        </p:spPr>
        <p:txBody>
          <a:bodyPr/>
          <a:lstStyle/>
          <a:p>
            <a:r>
              <a:rPr lang="en-US" altLang="ko-KR" sz="2800" dirty="0">
                <a:solidFill>
                  <a:schemeClr val="bg1"/>
                </a:solidFill>
              </a:rPr>
              <a:t>2) INSERT – </a:t>
            </a:r>
            <a:r>
              <a:rPr lang="ko-KR" altLang="en-US" sz="2800" dirty="0">
                <a:solidFill>
                  <a:schemeClr val="bg1"/>
                </a:solidFill>
              </a:rPr>
              <a:t>사용자의 댓글 입력</a:t>
            </a:r>
            <a:r>
              <a:rPr lang="en-US" altLang="ko-KR" sz="2800" dirty="0">
                <a:solidFill>
                  <a:schemeClr val="bg1"/>
                </a:solidFill>
              </a:rPr>
              <a:t>, </a:t>
            </a:r>
            <a:r>
              <a:rPr lang="ko-KR" altLang="en-US" sz="2800" dirty="0">
                <a:solidFill>
                  <a:schemeClr val="bg1"/>
                </a:solidFill>
              </a:rPr>
              <a:t>회원가입 시 사용자 정보 등록</a:t>
            </a:r>
            <a:endParaRPr lang="en-US" altLang="ko-KR" sz="2800" dirty="0">
              <a:solidFill>
                <a:schemeClr val="bg1"/>
              </a:solidFill>
            </a:endParaRPr>
          </a:p>
          <a:p>
            <a:r>
              <a:rPr lang="ko-KR" altLang="en-US" sz="2800" dirty="0">
                <a:solidFill>
                  <a:schemeClr val="bg1"/>
                </a:solidFill>
              </a:rPr>
              <a:t>위 </a:t>
            </a:r>
            <a:r>
              <a:rPr lang="en-US" altLang="ko-KR" sz="2800" dirty="0">
                <a:solidFill>
                  <a:schemeClr val="bg1"/>
                </a:solidFill>
              </a:rPr>
              <a:t>SQL</a:t>
            </a:r>
            <a:r>
              <a:rPr lang="ko-KR" altLang="en-US" sz="2800" dirty="0">
                <a:solidFill>
                  <a:schemeClr val="bg1"/>
                </a:solidFill>
              </a:rPr>
              <a:t>문 </a:t>
            </a:r>
            <a:r>
              <a:rPr lang="en-US" altLang="ko-KR" sz="2800" dirty="0">
                <a:solidFill>
                  <a:schemeClr val="bg1"/>
                </a:solidFill>
              </a:rPr>
              <a:t>– (</a:t>
            </a:r>
            <a:r>
              <a:rPr lang="en-US" altLang="ko-KR" sz="2800" dirty="0" err="1">
                <a:solidFill>
                  <a:schemeClr val="bg1"/>
                </a:solidFill>
              </a:rPr>
              <a:t>comment.php</a:t>
            </a:r>
            <a:r>
              <a:rPr lang="en-US" altLang="ko-KR" sz="2800" dirty="0">
                <a:solidFill>
                  <a:schemeClr val="bg1"/>
                </a:solidFill>
              </a:rPr>
              <a:t>) </a:t>
            </a:r>
            <a:r>
              <a:rPr lang="ko-KR" altLang="en-US" sz="2800" dirty="0">
                <a:solidFill>
                  <a:schemeClr val="bg1"/>
                </a:solidFill>
              </a:rPr>
              <a:t>댓글 입력 기능을 수행하는 </a:t>
            </a:r>
            <a:r>
              <a:rPr lang="en-US" altLang="ko-KR" sz="2800" dirty="0" err="1">
                <a:solidFill>
                  <a:schemeClr val="bg1"/>
                </a:solidFill>
              </a:rPr>
              <a:t>php</a:t>
            </a:r>
            <a:endParaRPr lang="en-US" altLang="ko-KR" sz="2800" dirty="0">
              <a:solidFill>
                <a:schemeClr val="bg1"/>
              </a:solidFill>
            </a:endParaRPr>
          </a:p>
          <a:p>
            <a:r>
              <a:rPr lang="ko-KR" altLang="en-US" sz="2800" dirty="0">
                <a:solidFill>
                  <a:schemeClr val="bg1"/>
                </a:solidFill>
              </a:rPr>
              <a:t>아래 </a:t>
            </a:r>
            <a:r>
              <a:rPr lang="en-US" altLang="ko-KR" sz="2800" dirty="0">
                <a:solidFill>
                  <a:schemeClr val="bg1"/>
                </a:solidFill>
              </a:rPr>
              <a:t>SQL</a:t>
            </a:r>
            <a:r>
              <a:rPr lang="ko-KR" altLang="en-US" sz="2800" dirty="0">
                <a:solidFill>
                  <a:schemeClr val="bg1"/>
                </a:solidFill>
              </a:rPr>
              <a:t>문 </a:t>
            </a:r>
            <a:r>
              <a:rPr lang="en-US" altLang="ko-KR" sz="2800" dirty="0">
                <a:solidFill>
                  <a:schemeClr val="bg1"/>
                </a:solidFill>
              </a:rPr>
              <a:t>– (</a:t>
            </a:r>
            <a:r>
              <a:rPr lang="en-US" altLang="ko-KR" sz="2800" dirty="0" err="1">
                <a:solidFill>
                  <a:schemeClr val="bg1"/>
                </a:solidFill>
              </a:rPr>
              <a:t>register.php</a:t>
            </a:r>
            <a:r>
              <a:rPr lang="en-US" altLang="ko-KR" sz="2800" dirty="0">
                <a:solidFill>
                  <a:schemeClr val="bg1"/>
                </a:solidFill>
              </a:rPr>
              <a:t>) </a:t>
            </a:r>
            <a:r>
              <a:rPr lang="ko-KR" altLang="en-US" sz="2800" dirty="0">
                <a:solidFill>
                  <a:schemeClr val="bg1"/>
                </a:solidFill>
              </a:rPr>
              <a:t>회원가입 기능을 수행하는 </a:t>
            </a:r>
            <a:r>
              <a:rPr lang="en-US" altLang="ko-KR" sz="2800" dirty="0" err="1">
                <a:solidFill>
                  <a:schemeClr val="bg1"/>
                </a:solidFill>
              </a:rPr>
              <a:t>php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C863E17-B591-1308-785A-C470D97C9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880" y="1043146"/>
            <a:ext cx="10100238" cy="1524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55D0402-6A78-230F-E9FE-7B4FD4811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869" y="3605283"/>
            <a:ext cx="8030696" cy="50489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E6ADC7F-8851-98C9-490A-05CAE7A964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837" y="4401994"/>
            <a:ext cx="4782217" cy="61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34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CEB293-0960-6648-9E09-D8FCC2CEC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000" y="109107"/>
            <a:ext cx="2755999" cy="477054"/>
          </a:xfrm>
        </p:spPr>
        <p:txBody>
          <a:bodyPr/>
          <a:lstStyle/>
          <a:p>
            <a:r>
              <a:rPr lang="en-US" dirty="0"/>
              <a:t>SQL</a:t>
            </a:r>
            <a:r>
              <a:rPr lang="ko-KR" altLang="en-US" dirty="0"/>
              <a:t>문 설명</a:t>
            </a:r>
            <a:r>
              <a:rPr lang="en-US" altLang="ko-KR" dirty="0"/>
              <a:t>(2)</a:t>
            </a:r>
            <a:endParaRPr 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256FF08-B8D5-1179-B206-2855078B0751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8001000" y="1361896"/>
            <a:ext cx="3765884" cy="4001095"/>
          </a:xfrm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3) UPDATE – </a:t>
            </a:r>
            <a:r>
              <a:rPr lang="ko-KR" altLang="en-US" sz="2000" dirty="0">
                <a:solidFill>
                  <a:schemeClr val="bg1"/>
                </a:solidFill>
              </a:rPr>
              <a:t>댓글 수정 기능</a:t>
            </a:r>
            <a:endParaRPr lang="en-US" altLang="ko-KR" sz="2000" dirty="0">
              <a:solidFill>
                <a:schemeClr val="bg1"/>
              </a:solidFill>
            </a:endParaRPr>
          </a:p>
          <a:p>
            <a:r>
              <a:rPr lang="en-US" altLang="ko-KR" sz="2000" dirty="0">
                <a:solidFill>
                  <a:schemeClr val="bg1"/>
                </a:solidFill>
              </a:rPr>
              <a:t>(</a:t>
            </a:r>
            <a:r>
              <a:rPr lang="en-US" altLang="ko-KR" sz="2000" dirty="0" err="1">
                <a:solidFill>
                  <a:schemeClr val="bg1"/>
                </a:solidFill>
              </a:rPr>
              <a:t>update_comment.php</a:t>
            </a:r>
            <a:r>
              <a:rPr lang="en-US" altLang="ko-KR" sz="2000" dirty="0">
                <a:solidFill>
                  <a:schemeClr val="bg1"/>
                </a:solidFill>
              </a:rPr>
              <a:t>)</a:t>
            </a:r>
          </a:p>
          <a:p>
            <a:r>
              <a:rPr lang="ko-KR" altLang="en-US" sz="2000" dirty="0">
                <a:solidFill>
                  <a:schemeClr val="bg1"/>
                </a:solidFill>
              </a:rPr>
              <a:t>본인의 댓글인지 확인 후 변경을 수행하는 </a:t>
            </a:r>
            <a:r>
              <a:rPr lang="en-US" altLang="ko-KR" sz="2000" dirty="0" err="1">
                <a:solidFill>
                  <a:schemeClr val="bg1"/>
                </a:solidFill>
              </a:rPr>
              <a:t>php</a:t>
            </a:r>
            <a:endParaRPr lang="en-US" altLang="ko-KR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4) DELETE – </a:t>
            </a:r>
            <a:r>
              <a:rPr lang="ko-KR" altLang="en-US" sz="2000" dirty="0">
                <a:solidFill>
                  <a:schemeClr val="bg1"/>
                </a:solidFill>
              </a:rPr>
              <a:t>내 </a:t>
            </a:r>
            <a:r>
              <a:rPr lang="ko-KR" altLang="en-US" sz="2000" dirty="0" err="1">
                <a:solidFill>
                  <a:schemeClr val="bg1"/>
                </a:solidFill>
              </a:rPr>
              <a:t>피드</a:t>
            </a:r>
            <a:r>
              <a:rPr lang="ko-KR" altLang="en-US" sz="2000" dirty="0">
                <a:solidFill>
                  <a:schemeClr val="bg1"/>
                </a:solidFill>
              </a:rPr>
              <a:t> 삭제</a:t>
            </a:r>
            <a:r>
              <a:rPr lang="en-US" altLang="ko-KR" sz="2000" dirty="0">
                <a:solidFill>
                  <a:schemeClr val="bg1"/>
                </a:solidFill>
              </a:rPr>
              <a:t>, </a:t>
            </a:r>
            <a:r>
              <a:rPr lang="ko-KR" altLang="en-US" sz="2000" dirty="0">
                <a:solidFill>
                  <a:schemeClr val="bg1"/>
                </a:solidFill>
              </a:rPr>
              <a:t>댓글 삭제 기능</a:t>
            </a:r>
            <a:endParaRPr lang="en-US" altLang="ko-KR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(</a:t>
            </a:r>
            <a:r>
              <a:rPr lang="en-US" sz="2000" dirty="0" err="1">
                <a:solidFill>
                  <a:schemeClr val="bg1"/>
                </a:solidFill>
              </a:rPr>
              <a:t>delete_feed.php</a:t>
            </a:r>
            <a:r>
              <a:rPr lang="en-US" sz="2000" dirty="0">
                <a:solidFill>
                  <a:schemeClr val="bg1"/>
                </a:solidFill>
              </a:rPr>
              <a:t>)</a:t>
            </a:r>
          </a:p>
          <a:p>
            <a:r>
              <a:rPr lang="ko-KR" altLang="en-US" sz="2000" dirty="0" err="1">
                <a:solidFill>
                  <a:schemeClr val="bg1"/>
                </a:solidFill>
              </a:rPr>
              <a:t>피드</a:t>
            </a:r>
            <a:r>
              <a:rPr lang="ko-KR" altLang="en-US" sz="2000" dirty="0">
                <a:solidFill>
                  <a:schemeClr val="bg1"/>
                </a:solidFill>
              </a:rPr>
              <a:t> 삭제 기능을 수행하는 </a:t>
            </a:r>
            <a:r>
              <a:rPr lang="en-US" altLang="ko-KR" sz="2000" dirty="0" err="1">
                <a:solidFill>
                  <a:schemeClr val="bg1"/>
                </a:solidFill>
              </a:rPr>
              <a:t>php</a:t>
            </a:r>
            <a:r>
              <a:rPr lang="ko-KR" altLang="en-US" sz="2000" dirty="0">
                <a:solidFill>
                  <a:schemeClr val="bg1"/>
                </a:solidFill>
              </a:rPr>
              <a:t>문</a:t>
            </a:r>
            <a:endParaRPr lang="en-US" altLang="ko-KR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(</a:t>
            </a:r>
            <a:r>
              <a:rPr lang="en-US" sz="2000" dirty="0" err="1">
                <a:solidFill>
                  <a:schemeClr val="bg1"/>
                </a:solidFill>
              </a:rPr>
              <a:t>delete_comment.php</a:t>
            </a:r>
            <a:r>
              <a:rPr lang="en-US" sz="2000" dirty="0">
                <a:solidFill>
                  <a:schemeClr val="bg1"/>
                </a:solidFill>
              </a:rPr>
              <a:t>)</a:t>
            </a:r>
          </a:p>
          <a:p>
            <a:r>
              <a:rPr lang="ko-KR" altLang="en-US" sz="2000" dirty="0">
                <a:solidFill>
                  <a:schemeClr val="bg1"/>
                </a:solidFill>
              </a:rPr>
              <a:t>댓글 삭제 기능을 수행하는 </a:t>
            </a:r>
            <a:r>
              <a:rPr lang="en-US" altLang="ko-KR" sz="2000" dirty="0" err="1">
                <a:solidFill>
                  <a:schemeClr val="bg1"/>
                </a:solidFill>
              </a:rPr>
              <a:t>php</a:t>
            </a:r>
            <a:r>
              <a:rPr lang="ko-KR" altLang="en-US" sz="2000" dirty="0">
                <a:solidFill>
                  <a:schemeClr val="bg1"/>
                </a:solidFill>
              </a:rPr>
              <a:t>문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90A7AB8-3994-44D3-DC2C-7387F8D44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568" y="1218406"/>
            <a:ext cx="7162800" cy="138266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0929D6F-471B-ABE1-08DB-D20F4D815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503" y="2845386"/>
            <a:ext cx="7162799" cy="153659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FC5EA99-5B51-4C25-06E9-E769CC0569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452" y="4526488"/>
            <a:ext cx="7206916" cy="1263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714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4C717A-BCF4-AA6B-9E51-50E61FE60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000" y="109107"/>
            <a:ext cx="2755999" cy="477054"/>
          </a:xfrm>
        </p:spPr>
        <p:txBody>
          <a:bodyPr/>
          <a:lstStyle/>
          <a:p>
            <a:r>
              <a:rPr lang="ko-KR" altLang="en-US" dirty="0"/>
              <a:t> 팀원 역할 </a:t>
            </a:r>
          </a:p>
        </p:txBody>
      </p:sp>
      <p:grpSp>
        <p:nvGrpSpPr>
          <p:cNvPr id="5" name="object 66">
            <a:extLst>
              <a:ext uri="{FF2B5EF4-FFF2-40B4-BE49-F238E27FC236}">
                <a16:creationId xmlns:a16="http://schemas.microsoft.com/office/drawing/2014/main" id="{8C536E9D-4C21-0571-5852-5F0B7EE4B293}"/>
              </a:ext>
            </a:extLst>
          </p:cNvPr>
          <p:cNvGrpSpPr/>
          <p:nvPr/>
        </p:nvGrpSpPr>
        <p:grpSpPr>
          <a:xfrm>
            <a:off x="611014" y="-1816004"/>
            <a:ext cx="5303519" cy="8382001"/>
            <a:chOff x="8126729" y="1704985"/>
            <a:chExt cx="5303519" cy="6594860"/>
          </a:xfrm>
        </p:grpSpPr>
        <p:pic>
          <p:nvPicPr>
            <p:cNvPr id="6" name="object 67">
              <a:extLst>
                <a:ext uri="{FF2B5EF4-FFF2-40B4-BE49-F238E27FC236}">
                  <a16:creationId xmlns:a16="http://schemas.microsoft.com/office/drawing/2014/main" id="{E2D03562-CC9A-0BEF-FBAA-6AACB386340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86874" y="1704985"/>
              <a:ext cx="209550" cy="167640"/>
            </a:xfrm>
            <a:prstGeom prst="rect">
              <a:avLst/>
            </a:prstGeom>
          </p:spPr>
        </p:pic>
        <p:sp>
          <p:nvSpPr>
            <p:cNvPr id="7" name="object 68">
              <a:extLst>
                <a:ext uri="{FF2B5EF4-FFF2-40B4-BE49-F238E27FC236}">
                  <a16:creationId xmlns:a16="http://schemas.microsoft.com/office/drawing/2014/main" id="{FB926733-B15A-A9B9-558B-E7C9ABCF73B7}"/>
                </a:ext>
              </a:extLst>
            </p:cNvPr>
            <p:cNvSpPr/>
            <p:nvPr/>
          </p:nvSpPr>
          <p:spPr>
            <a:xfrm>
              <a:off x="8126729" y="4267199"/>
              <a:ext cx="5303519" cy="4032646"/>
            </a:xfrm>
            <a:custGeom>
              <a:avLst/>
              <a:gdLst/>
              <a:ahLst/>
              <a:cxnLst/>
              <a:rect l="l" t="t" r="r" b="b"/>
              <a:pathLst>
                <a:path w="2647950" h="1924050">
                  <a:moveTo>
                    <a:pt x="2533649" y="1924049"/>
                  </a:moveTo>
                  <a:lnTo>
                    <a:pt x="114299" y="1924049"/>
                  </a:lnTo>
                  <a:lnTo>
                    <a:pt x="103040" y="1923505"/>
                  </a:lnTo>
                  <a:lnTo>
                    <a:pt x="60364" y="1910537"/>
                  </a:lnTo>
                  <a:lnTo>
                    <a:pt x="25900" y="1882225"/>
                  </a:lnTo>
                  <a:lnTo>
                    <a:pt x="4894" y="1842879"/>
                  </a:lnTo>
                  <a:lnTo>
                    <a:pt x="0" y="180974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2533649" y="0"/>
                  </a:lnTo>
                  <a:lnTo>
                    <a:pt x="2577390" y="8700"/>
                  </a:lnTo>
                  <a:lnTo>
                    <a:pt x="2614472" y="33477"/>
                  </a:lnTo>
                  <a:lnTo>
                    <a:pt x="2639249" y="70559"/>
                  </a:lnTo>
                  <a:lnTo>
                    <a:pt x="2647949" y="114299"/>
                  </a:lnTo>
                  <a:lnTo>
                    <a:pt x="2647949" y="1809749"/>
                  </a:lnTo>
                  <a:lnTo>
                    <a:pt x="2639249" y="1853490"/>
                  </a:lnTo>
                  <a:lnTo>
                    <a:pt x="2614472" y="1890571"/>
                  </a:lnTo>
                  <a:lnTo>
                    <a:pt x="2577390" y="1915349"/>
                  </a:lnTo>
                  <a:lnTo>
                    <a:pt x="2533649" y="1924049"/>
                  </a:lnTo>
                  <a:close/>
                </a:path>
              </a:pathLst>
            </a:custGeom>
            <a:solidFill>
              <a:srgbClr val="1F2937">
                <a:alpha val="85099"/>
              </a:srgbClr>
            </a:solidFill>
          </p:spPr>
          <p:txBody>
            <a:bodyPr wrap="square" lIns="0" tIns="0" rIns="0" bIns="0" rtlCol="0"/>
            <a:lstStyle/>
            <a:p>
              <a:endParaRPr lang="en-US" dirty="0">
                <a:solidFill>
                  <a:schemeClr val="bg1"/>
                </a:solidFill>
              </a:endParaRPr>
            </a:p>
            <a:p>
              <a:endParaRPr lang="en-US" dirty="0">
                <a:solidFill>
                  <a:schemeClr val="bg1"/>
                </a:solidFill>
              </a:endParaRPr>
            </a:p>
            <a:p>
              <a:endParaRPr lang="en-US" dirty="0">
                <a:solidFill>
                  <a:schemeClr val="bg1"/>
                </a:solidFill>
              </a:endParaRP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 </a:t>
              </a:r>
              <a:r>
                <a:rPr lang="en-US" dirty="0">
                  <a:solidFill>
                    <a:schemeClr val="bg1"/>
                  </a:solidFill>
                  <a:latin typeface="+mn-lt"/>
                </a:rPr>
                <a:t>BACK-END</a:t>
              </a:r>
            </a:p>
            <a:p>
              <a:r>
                <a:rPr lang="en-US" dirty="0">
                  <a:solidFill>
                    <a:schemeClr val="bg1"/>
                  </a:solidFill>
                </a:rPr>
                <a:t>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 </a:t>
              </a:r>
              <a:r>
                <a:rPr lang="ko-KR" altLang="en-US" dirty="0">
                  <a:solidFill>
                    <a:schemeClr val="bg1"/>
                  </a:solidFill>
                </a:rPr>
                <a:t>데이터베이스 구조 설계 및 </a:t>
              </a:r>
              <a:r>
                <a:rPr lang="en-US" altLang="ko-KR" dirty="0">
                  <a:solidFill>
                    <a:schemeClr val="bg1"/>
                  </a:solidFill>
                </a:rPr>
                <a:t>PHP </a:t>
              </a:r>
              <a:r>
                <a:rPr lang="ko-KR" altLang="en-US" dirty="0">
                  <a:solidFill>
                    <a:schemeClr val="bg1"/>
                  </a:solidFill>
                </a:rPr>
                <a:t>연동</a:t>
              </a:r>
              <a:endParaRPr lang="en-US" altLang="ko-KR" dirty="0">
                <a:solidFill>
                  <a:schemeClr val="bg1"/>
                </a:solidFill>
              </a:endParaRPr>
            </a:p>
            <a:p>
              <a:pPr algn="l"/>
              <a:r>
                <a:rPr lang="en-US" altLang="ko-KR" dirty="0">
                  <a:solidFill>
                    <a:schemeClr val="bg1"/>
                  </a:solidFill>
                </a:rPr>
                <a:t>            </a:t>
              </a:r>
            </a:p>
            <a:p>
              <a:pPr algn="l"/>
              <a:r>
                <a:rPr lang="en-US" altLang="ko-KR" dirty="0">
                  <a:solidFill>
                    <a:schemeClr val="bg1"/>
                  </a:solidFill>
                </a:rPr>
                <a:t>             </a:t>
              </a:r>
              <a:r>
                <a:rPr lang="ko-KR" altLang="en-US" dirty="0">
                  <a:solidFill>
                    <a:schemeClr val="bg1"/>
                  </a:solidFill>
                </a:rPr>
                <a:t>전반적인 시스템 관리</a:t>
              </a:r>
            </a:p>
            <a:p>
              <a:pPr algn="ctr"/>
              <a:endParaRPr lang="en-US" dirty="0">
                <a:solidFill>
                  <a:schemeClr val="bg1"/>
                </a:solidFill>
              </a:endParaRPr>
            </a:p>
            <a:p>
              <a:pPr algn="l"/>
              <a:r>
                <a:rPr lang="en-US" dirty="0">
                  <a:solidFill>
                    <a:schemeClr val="bg1"/>
                  </a:solidFill>
                </a:rPr>
                <a:t>              E-R Diagram </a:t>
              </a:r>
              <a:r>
                <a:rPr lang="ko-KR" altLang="en-US" dirty="0">
                  <a:solidFill>
                    <a:schemeClr val="bg1"/>
                  </a:solidFill>
                </a:rPr>
                <a:t>설계</a:t>
              </a:r>
              <a:r>
                <a:rPr lang="en-US" altLang="ko-KR" dirty="0">
                  <a:solidFill>
                    <a:schemeClr val="bg1"/>
                  </a:solidFill>
                </a:rPr>
                <a:t>, </a:t>
              </a:r>
              <a:r>
                <a:rPr lang="ko-KR" altLang="en-US" dirty="0">
                  <a:solidFill>
                    <a:schemeClr val="bg1"/>
                  </a:solidFill>
                </a:rPr>
                <a:t>도식화</a:t>
              </a:r>
              <a:endParaRPr lang="en-US" dirty="0">
                <a:solidFill>
                  <a:schemeClr val="bg1"/>
                </a:solidFill>
              </a:endParaRPr>
            </a:p>
            <a:p>
              <a:pPr algn="ctr"/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10" name="object 72">
              <a:extLst>
                <a:ext uri="{FF2B5EF4-FFF2-40B4-BE49-F238E27FC236}">
                  <a16:creationId xmlns:a16="http://schemas.microsoft.com/office/drawing/2014/main" id="{C868626E-C3E1-2C7E-BCE7-3CE977C35DD9}"/>
                </a:ext>
              </a:extLst>
            </p:cNvPr>
            <p:cNvSpPr/>
            <p:nvPr/>
          </p:nvSpPr>
          <p:spPr>
            <a:xfrm>
              <a:off x="9654538" y="4370163"/>
              <a:ext cx="2247900" cy="321792"/>
            </a:xfrm>
            <a:custGeom>
              <a:avLst/>
              <a:gdLst/>
              <a:ahLst/>
              <a:cxnLst/>
              <a:rect l="l" t="t" r="r" b="b"/>
              <a:pathLst>
                <a:path w="2247900" h="514350">
                  <a:moveTo>
                    <a:pt x="2171699" y="514349"/>
                  </a:moveTo>
                  <a:lnTo>
                    <a:pt x="76199" y="514349"/>
                  </a:lnTo>
                  <a:lnTo>
                    <a:pt x="68693" y="513987"/>
                  </a:lnTo>
                  <a:lnTo>
                    <a:pt x="27882" y="497082"/>
                  </a:lnTo>
                  <a:lnTo>
                    <a:pt x="3262" y="460236"/>
                  </a:lnTo>
                  <a:lnTo>
                    <a:pt x="0" y="438149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2171699" y="0"/>
                  </a:lnTo>
                  <a:lnTo>
                    <a:pt x="2214042" y="12829"/>
                  </a:lnTo>
                  <a:lnTo>
                    <a:pt x="2242099" y="47039"/>
                  </a:lnTo>
                  <a:lnTo>
                    <a:pt x="2247899" y="76199"/>
                  </a:lnTo>
                  <a:lnTo>
                    <a:pt x="2247899" y="438149"/>
                  </a:lnTo>
                  <a:lnTo>
                    <a:pt x="2235069" y="480492"/>
                  </a:lnTo>
                  <a:lnTo>
                    <a:pt x="2200860" y="508549"/>
                  </a:lnTo>
                  <a:lnTo>
                    <a:pt x="2171699" y="514349"/>
                  </a:lnTo>
                  <a:close/>
                </a:path>
              </a:pathLst>
            </a:custGeom>
            <a:solidFill>
              <a:srgbClr val="374050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r>
                <a:rPr lang="ko-KR" altLang="en-US" sz="2000" dirty="0">
                  <a:solidFill>
                    <a:schemeClr val="bg1"/>
                  </a:solidFill>
                </a:rPr>
                <a:t>   </a:t>
              </a:r>
              <a:r>
                <a:rPr lang="ko-KR" altLang="en-US" sz="2500" dirty="0">
                  <a:solidFill>
                    <a:schemeClr val="bg1"/>
                  </a:solidFill>
                </a:rPr>
                <a:t>김주연</a:t>
              </a:r>
              <a:r>
                <a:rPr lang="en-US" altLang="ko-KR" sz="2500" dirty="0">
                  <a:solidFill>
                    <a:schemeClr val="bg1"/>
                  </a:solidFill>
                </a:rPr>
                <a:t>(</a:t>
              </a:r>
              <a:r>
                <a:rPr lang="ko-KR" altLang="en-US" sz="2500" dirty="0">
                  <a:solidFill>
                    <a:schemeClr val="bg1"/>
                  </a:solidFill>
                </a:rPr>
                <a:t>팀장</a:t>
              </a:r>
              <a:r>
                <a:rPr lang="en-US" altLang="ko-KR" sz="2500" dirty="0">
                  <a:solidFill>
                    <a:schemeClr val="bg1"/>
                  </a:solidFill>
                </a:rPr>
                <a:t>)</a:t>
              </a:r>
            </a:p>
            <a:p>
              <a:r>
                <a:rPr lang="en-US" sz="2000" dirty="0">
                  <a:solidFill>
                    <a:schemeClr val="bg1"/>
                  </a:solidFill>
                </a:rPr>
                <a:t>     </a:t>
              </a:r>
              <a:endParaRPr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3" name="object 68">
            <a:extLst>
              <a:ext uri="{FF2B5EF4-FFF2-40B4-BE49-F238E27FC236}">
                <a16:creationId xmlns:a16="http://schemas.microsoft.com/office/drawing/2014/main" id="{8464B984-B594-F63C-7AFF-7938975E80E3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6118183" y="1439426"/>
            <a:ext cx="5303837" cy="5125451"/>
          </a:xfrm>
          <a:custGeom>
            <a:avLst/>
            <a:gdLst/>
            <a:ahLst/>
            <a:cxnLst/>
            <a:rect l="l" t="t" r="r" b="b"/>
            <a:pathLst>
              <a:path w="2647950" h="1924050">
                <a:moveTo>
                  <a:pt x="2533649" y="1924049"/>
                </a:moveTo>
                <a:lnTo>
                  <a:pt x="114299" y="1924049"/>
                </a:lnTo>
                <a:lnTo>
                  <a:pt x="103040" y="1923505"/>
                </a:lnTo>
                <a:lnTo>
                  <a:pt x="60364" y="1910537"/>
                </a:lnTo>
                <a:lnTo>
                  <a:pt x="25900" y="1882225"/>
                </a:lnTo>
                <a:lnTo>
                  <a:pt x="4894" y="1842879"/>
                </a:lnTo>
                <a:lnTo>
                  <a:pt x="0" y="1809749"/>
                </a:lnTo>
                <a:lnTo>
                  <a:pt x="0" y="114299"/>
                </a:lnTo>
                <a:lnTo>
                  <a:pt x="8700" y="70559"/>
                </a:lnTo>
                <a:lnTo>
                  <a:pt x="33477" y="33477"/>
                </a:lnTo>
                <a:lnTo>
                  <a:pt x="70559" y="8700"/>
                </a:lnTo>
                <a:lnTo>
                  <a:pt x="114299" y="0"/>
                </a:lnTo>
                <a:lnTo>
                  <a:pt x="2533649" y="0"/>
                </a:lnTo>
                <a:lnTo>
                  <a:pt x="2577390" y="8700"/>
                </a:lnTo>
                <a:lnTo>
                  <a:pt x="2614472" y="33477"/>
                </a:lnTo>
                <a:lnTo>
                  <a:pt x="2639249" y="70559"/>
                </a:lnTo>
                <a:lnTo>
                  <a:pt x="2647949" y="114299"/>
                </a:lnTo>
                <a:lnTo>
                  <a:pt x="2647949" y="1809749"/>
                </a:lnTo>
                <a:lnTo>
                  <a:pt x="2639249" y="1853490"/>
                </a:lnTo>
                <a:lnTo>
                  <a:pt x="2614472" y="1890571"/>
                </a:lnTo>
                <a:lnTo>
                  <a:pt x="2577390" y="1915349"/>
                </a:lnTo>
                <a:lnTo>
                  <a:pt x="2533649" y="1924049"/>
                </a:lnTo>
                <a:close/>
              </a:path>
            </a:pathLst>
          </a:custGeom>
          <a:solidFill>
            <a:srgbClr val="1F2937">
              <a:alpha val="85099"/>
            </a:srgbClr>
          </a:solidFill>
        </p:spPr>
        <p:txBody>
          <a:bodyPr wrap="square" lIns="0" tIns="0" rIns="0" bIns="0" rtlCol="0"/>
          <a:lstStyle/>
          <a:p>
            <a:endParaRPr lang="en-US" altLang="ko-KR" dirty="0"/>
          </a:p>
          <a:p>
            <a:endParaRPr lang="en-US" altLang="ko-KR" dirty="0"/>
          </a:p>
          <a:p>
            <a:pPr algn="ctr"/>
            <a:endParaRPr lang="en-US" altLang="ko-KR" dirty="0">
              <a:solidFill>
                <a:schemeClr val="bg1"/>
              </a:solidFill>
            </a:endParaRPr>
          </a:p>
          <a:p>
            <a:pPr algn="ctr"/>
            <a:r>
              <a:rPr lang="en-US" altLang="ko-KR" dirty="0">
                <a:solidFill>
                  <a:schemeClr val="bg1"/>
                </a:solidFill>
              </a:rPr>
              <a:t>FRONT-END</a:t>
            </a:r>
          </a:p>
          <a:p>
            <a:endParaRPr lang="en-US" altLang="ko-KR" dirty="0"/>
          </a:p>
          <a:p>
            <a:pPr algn="l"/>
            <a:r>
              <a:rPr lang="ko-KR" altLang="en-US" dirty="0">
                <a:solidFill>
                  <a:schemeClr val="bg1"/>
                </a:solidFill>
              </a:rPr>
              <a:t>                     웹 페이지 디자인</a:t>
            </a:r>
            <a:endParaRPr lang="en-US" altLang="ko-KR" dirty="0">
              <a:solidFill>
                <a:schemeClr val="bg1"/>
              </a:solidFill>
            </a:endParaRPr>
          </a:p>
          <a:p>
            <a:r>
              <a:rPr lang="en-US" altLang="ko-KR" dirty="0">
                <a:solidFill>
                  <a:schemeClr val="bg1"/>
                </a:solidFill>
              </a:rPr>
              <a:t>                  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                    </a:t>
            </a:r>
            <a:r>
              <a:rPr lang="ko-KR" altLang="en-US" dirty="0">
                <a:solidFill>
                  <a:schemeClr val="bg1"/>
                </a:solidFill>
              </a:rPr>
              <a:t> 사용자 인터페이스 구축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                    </a:t>
            </a:r>
            <a:r>
              <a:rPr lang="ko-KR" altLang="en-US" dirty="0">
                <a:solidFill>
                  <a:schemeClr val="bg1"/>
                </a:solidFill>
              </a:rPr>
              <a:t>발표 및 </a:t>
            </a:r>
            <a:r>
              <a:rPr lang="en-US" altLang="ko-KR" dirty="0">
                <a:solidFill>
                  <a:schemeClr val="bg1"/>
                </a:solidFill>
              </a:rPr>
              <a:t>PPT </a:t>
            </a:r>
            <a:r>
              <a:rPr lang="ko-KR" altLang="en-US" dirty="0">
                <a:solidFill>
                  <a:schemeClr val="bg1"/>
                </a:solidFill>
              </a:rPr>
              <a:t>준비 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16" name="object 72">
            <a:extLst>
              <a:ext uri="{FF2B5EF4-FFF2-40B4-BE49-F238E27FC236}">
                <a16:creationId xmlns:a16="http://schemas.microsoft.com/office/drawing/2014/main" id="{0F2A7D13-6C65-1CBF-E72B-C6B13BF87BA1}"/>
              </a:ext>
            </a:extLst>
          </p:cNvPr>
          <p:cNvSpPr/>
          <p:nvPr/>
        </p:nvSpPr>
        <p:spPr>
          <a:xfrm>
            <a:off x="7646151" y="1571411"/>
            <a:ext cx="2247900" cy="408994"/>
          </a:xfrm>
          <a:custGeom>
            <a:avLst/>
            <a:gdLst/>
            <a:ahLst/>
            <a:cxnLst/>
            <a:rect l="l" t="t" r="r" b="b"/>
            <a:pathLst>
              <a:path w="2247900" h="514350">
                <a:moveTo>
                  <a:pt x="2171699" y="514349"/>
                </a:moveTo>
                <a:lnTo>
                  <a:pt x="76199" y="514349"/>
                </a:lnTo>
                <a:lnTo>
                  <a:pt x="68693" y="513987"/>
                </a:lnTo>
                <a:lnTo>
                  <a:pt x="27882" y="497082"/>
                </a:lnTo>
                <a:lnTo>
                  <a:pt x="3262" y="460236"/>
                </a:lnTo>
                <a:lnTo>
                  <a:pt x="0" y="438149"/>
                </a:lnTo>
                <a:lnTo>
                  <a:pt x="0" y="76199"/>
                </a:lnTo>
                <a:lnTo>
                  <a:pt x="12830" y="33857"/>
                </a:lnTo>
                <a:lnTo>
                  <a:pt x="47039" y="5800"/>
                </a:lnTo>
                <a:lnTo>
                  <a:pt x="76199" y="0"/>
                </a:lnTo>
                <a:lnTo>
                  <a:pt x="2171699" y="0"/>
                </a:lnTo>
                <a:lnTo>
                  <a:pt x="2214042" y="12829"/>
                </a:lnTo>
                <a:lnTo>
                  <a:pt x="2242099" y="47039"/>
                </a:lnTo>
                <a:lnTo>
                  <a:pt x="2247899" y="76199"/>
                </a:lnTo>
                <a:lnTo>
                  <a:pt x="2247899" y="438149"/>
                </a:lnTo>
                <a:lnTo>
                  <a:pt x="2235069" y="480492"/>
                </a:lnTo>
                <a:lnTo>
                  <a:pt x="2200860" y="508549"/>
                </a:lnTo>
                <a:lnTo>
                  <a:pt x="2171699" y="514349"/>
                </a:lnTo>
                <a:close/>
              </a:path>
            </a:pathLst>
          </a:custGeom>
          <a:solidFill>
            <a:srgbClr val="374050">
              <a:alpha val="79998"/>
            </a:srgbClr>
          </a:solidFill>
        </p:spPr>
        <p:txBody>
          <a:bodyPr wrap="square" lIns="0" tIns="0" rIns="0" bIns="0" rtlCol="0"/>
          <a:lstStyle/>
          <a:p>
            <a:r>
              <a:rPr lang="ko-KR" altLang="en-US" sz="2000" dirty="0">
                <a:solidFill>
                  <a:schemeClr val="bg1"/>
                </a:solidFill>
              </a:rPr>
              <a:t>   </a:t>
            </a:r>
            <a:r>
              <a:rPr lang="ko-KR" altLang="en-US" sz="2500" dirty="0">
                <a:solidFill>
                  <a:schemeClr val="bg1"/>
                </a:solidFill>
              </a:rPr>
              <a:t>김현수</a:t>
            </a:r>
            <a:r>
              <a:rPr lang="en-US" altLang="ko-KR" sz="2500" dirty="0">
                <a:solidFill>
                  <a:schemeClr val="bg1"/>
                </a:solidFill>
              </a:rPr>
              <a:t>(</a:t>
            </a:r>
            <a:r>
              <a:rPr lang="ko-KR" altLang="en-US" sz="2500" dirty="0">
                <a:solidFill>
                  <a:schemeClr val="bg1"/>
                </a:solidFill>
              </a:rPr>
              <a:t>팀원</a:t>
            </a:r>
            <a:r>
              <a:rPr lang="en-US" altLang="ko-KR" sz="2500" dirty="0">
                <a:solidFill>
                  <a:schemeClr val="bg1"/>
                </a:solidFill>
              </a:rPr>
              <a:t>)  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6CAE9A4E-8AD0-F836-5585-79A966092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0215" y="4411057"/>
            <a:ext cx="1799772" cy="215382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D92F3F1E-6047-FE0C-4B7B-F6377D1688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3658" y="4451858"/>
            <a:ext cx="1798229" cy="2072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911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909</Words>
  <Application>Microsoft Office PowerPoint</Application>
  <PresentationFormat>사용자 지정</PresentationFormat>
  <Paragraphs>219</Paragraphs>
  <Slides>17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39" baseType="lpstr">
      <vt:lpstr>Beatrice</vt:lpstr>
      <vt:lpstr>DejaVu Sans</vt:lpstr>
      <vt:lpstr>DejaVu Sans Condensed</vt:lpstr>
      <vt:lpstr>Galano Grotesque Heavy</vt:lpstr>
      <vt:lpstr>Helvetica Neue World</vt:lpstr>
      <vt:lpstr>Suisse Int'l Black</vt:lpstr>
      <vt:lpstr>Suisse Int'l Bold Italic</vt:lpstr>
      <vt:lpstr>돋움</vt:lpstr>
      <vt:lpstr>돋움</vt:lpstr>
      <vt:lpstr>맑은 고딕</vt:lpstr>
      <vt:lpstr>Aptos</vt:lpstr>
      <vt:lpstr>Arial</vt:lpstr>
      <vt:lpstr>Arial Narrow</vt:lpstr>
      <vt:lpstr>Berlin Sans FB</vt:lpstr>
      <vt:lpstr>Calibri</vt:lpstr>
      <vt:lpstr>Cambria</vt:lpstr>
      <vt:lpstr>Garamond</vt:lpstr>
      <vt:lpstr>Lucida Console</vt:lpstr>
      <vt:lpstr>Microsoft Sans Serif</vt:lpstr>
      <vt:lpstr>Segoe UI Symbol</vt:lpstr>
      <vt:lpstr>Trebuchet MS</vt:lpstr>
      <vt:lpstr>Office Theme</vt:lpstr>
      <vt:lpstr>데이터베이스 TermProject</vt:lpstr>
      <vt:lpstr>PowerPoint 프레젠테이션</vt:lpstr>
      <vt:lpstr>개발 시스템의 목적</vt:lpstr>
      <vt:lpstr>개발 시스템 및 주요 기능 소개</vt:lpstr>
      <vt:lpstr>로그인/회원가입 기능</vt:lpstr>
      <vt:lpstr>메뉴</vt:lpstr>
      <vt:lpstr>메뉴</vt:lpstr>
      <vt:lpstr>내 피드 기능</vt:lpstr>
      <vt:lpstr>음악 추천 화면</vt:lpstr>
      <vt:lpstr>데이터베이스 E-R Diagram</vt:lpstr>
      <vt:lpstr>Table 설명(1)</vt:lpstr>
      <vt:lpstr>Table 설명(2)</vt:lpstr>
      <vt:lpstr>Table 설명(3)</vt:lpstr>
      <vt:lpstr>Table 설명(4)</vt:lpstr>
      <vt:lpstr>SQL문 설명(1)</vt:lpstr>
      <vt:lpstr>SQL문 설명(2)</vt:lpstr>
      <vt:lpstr> 팀원 역할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김현수</dc:creator>
  <cp:lastModifiedBy>현수 김</cp:lastModifiedBy>
  <cp:revision>17</cp:revision>
  <dcterms:created xsi:type="dcterms:W3CDTF">2025-06-05T09:12:10Z</dcterms:created>
  <dcterms:modified xsi:type="dcterms:W3CDTF">2025-06-09T16:26:38Z</dcterms:modified>
  <cp:version/>
</cp:coreProperties>
</file>